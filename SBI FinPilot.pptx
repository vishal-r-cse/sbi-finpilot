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3" r:id="rId10"/>
    <p:sldId id="267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AC"/>
    <a:srgbClr val="00A651"/>
    <a:srgbClr val="444444"/>
    <a:srgbClr val="203864"/>
    <a:srgbClr val="EAF4FF"/>
    <a:srgbClr val="86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5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7D5FB8-981B-4941-9EAE-F5AA677275E1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6C24C5D-9AA8-4339-ABB0-037A1C037CD8}">
      <dgm:prSet/>
      <dgm:spPr/>
      <dgm:t>
        <a:bodyPr/>
        <a:lstStyle/>
        <a:p>
          <a:pPr algn="ctr">
            <a:buNone/>
          </a:pPr>
          <a:r>
            <a:rPr lang="en-IN" b="1" dirty="0"/>
            <a:t>Phase 1  Prototype</a:t>
          </a:r>
          <a:r>
            <a:rPr lang="en-IN" dirty="0"/>
            <a:t>💡</a:t>
          </a:r>
        </a:p>
      </dgm:t>
    </dgm:pt>
    <dgm:pt modelId="{98540F2A-9B7F-43D6-90A1-5A3EDB073B34}" type="parTrans" cxnId="{DEB02B27-7198-4AF9-9961-626210A9FE5D}">
      <dgm:prSet/>
      <dgm:spPr/>
      <dgm:t>
        <a:bodyPr/>
        <a:lstStyle/>
        <a:p>
          <a:endParaRPr lang="en-IN"/>
        </a:p>
      </dgm:t>
    </dgm:pt>
    <dgm:pt modelId="{5AEE86B8-C318-42A2-B13A-6F8DFEBC12E3}" type="sibTrans" cxnId="{DEB02B27-7198-4AF9-9961-626210A9FE5D}">
      <dgm:prSet/>
      <dgm:spPr/>
      <dgm:t>
        <a:bodyPr/>
        <a:lstStyle/>
        <a:p>
          <a:endParaRPr lang="en-IN"/>
        </a:p>
      </dgm:t>
    </dgm:pt>
    <dgm:pt modelId="{E1C5ED13-9DA3-42FE-87F2-F3757CF63926}">
      <dgm:prSet phldrT="[Text]" phldr="0"/>
      <dgm:spPr/>
      <dgm:t>
        <a:bodyPr/>
        <a:lstStyle/>
        <a:p>
          <a:pPr algn="ctr">
            <a:buNone/>
          </a:pPr>
          <a:r>
            <a:rPr lang="en-IN" b="1" dirty="0"/>
            <a:t>Phase 2  MVP </a:t>
          </a:r>
          <a:r>
            <a:rPr lang="en-IN" dirty="0"/>
            <a:t>⚙️</a:t>
          </a:r>
        </a:p>
      </dgm:t>
    </dgm:pt>
    <dgm:pt modelId="{9203DC42-776B-4499-B27B-3D72C56DCBBC}" type="parTrans" cxnId="{410E0782-B991-4633-B11D-E9356A64070A}">
      <dgm:prSet/>
      <dgm:spPr/>
      <dgm:t>
        <a:bodyPr/>
        <a:lstStyle/>
        <a:p>
          <a:endParaRPr lang="en-IN"/>
        </a:p>
      </dgm:t>
    </dgm:pt>
    <dgm:pt modelId="{A1A2440D-CA3C-449D-93C7-CD6521B770B9}" type="sibTrans" cxnId="{410E0782-B991-4633-B11D-E9356A64070A}">
      <dgm:prSet/>
      <dgm:spPr/>
      <dgm:t>
        <a:bodyPr/>
        <a:lstStyle/>
        <a:p>
          <a:endParaRPr lang="en-IN"/>
        </a:p>
      </dgm:t>
    </dgm:pt>
    <dgm:pt modelId="{444AF05A-5B8B-4E3F-AC8E-3E51CE9D2597}">
      <dgm:prSet phldrT="[Text]" phldr="0"/>
      <dgm:spPr/>
      <dgm:t>
        <a:bodyPr/>
        <a:lstStyle/>
        <a:p>
          <a:pPr algn="ctr">
            <a:buNone/>
          </a:pPr>
          <a:r>
            <a:rPr lang="en-IN" b="1" dirty="0"/>
            <a:t>Phase 3  Pilot </a:t>
          </a:r>
          <a:r>
            <a:rPr lang="en-IN" dirty="0"/>
            <a:t>🏦</a:t>
          </a:r>
        </a:p>
      </dgm:t>
    </dgm:pt>
    <dgm:pt modelId="{ADD73D0E-A425-4BF0-BFE6-7FF44DBB2E19}" type="parTrans" cxnId="{5D46C429-184E-4549-915D-19839AA4B426}">
      <dgm:prSet/>
      <dgm:spPr/>
      <dgm:t>
        <a:bodyPr/>
        <a:lstStyle/>
        <a:p>
          <a:endParaRPr lang="en-IN"/>
        </a:p>
      </dgm:t>
    </dgm:pt>
    <dgm:pt modelId="{B99F4EF8-2C3F-4D26-8F0D-A794F3E88233}" type="sibTrans" cxnId="{5D46C429-184E-4549-915D-19839AA4B426}">
      <dgm:prSet/>
      <dgm:spPr/>
      <dgm:t>
        <a:bodyPr/>
        <a:lstStyle/>
        <a:p>
          <a:endParaRPr lang="en-IN"/>
        </a:p>
      </dgm:t>
    </dgm:pt>
    <dgm:pt modelId="{39F2A2CD-D50B-4527-83F9-4B28328BB559}">
      <dgm:prSet phldrT="[Text]" phldr="0"/>
      <dgm:spPr/>
      <dgm:t>
        <a:bodyPr/>
        <a:lstStyle/>
        <a:p>
          <a:pPr algn="ctr">
            <a:buNone/>
          </a:pPr>
          <a:r>
            <a:rPr lang="en-IN" b="1" dirty="0"/>
            <a:t>Phase 4  Production </a:t>
          </a:r>
          <a:r>
            <a:rPr lang="en-IN" dirty="0"/>
            <a:t>🚀</a:t>
          </a:r>
        </a:p>
      </dgm:t>
    </dgm:pt>
    <dgm:pt modelId="{281CDF42-ECC1-476C-BE0C-B4A97B91A998}" type="parTrans" cxnId="{E94CAAF7-F71C-4B65-9694-6035A3624D15}">
      <dgm:prSet/>
      <dgm:spPr/>
      <dgm:t>
        <a:bodyPr/>
        <a:lstStyle/>
        <a:p>
          <a:endParaRPr lang="en-IN"/>
        </a:p>
      </dgm:t>
    </dgm:pt>
    <dgm:pt modelId="{A0968214-2305-40D3-9268-9FC3A8350583}" type="sibTrans" cxnId="{E94CAAF7-F71C-4B65-9694-6035A3624D15}">
      <dgm:prSet/>
      <dgm:spPr/>
      <dgm:t>
        <a:bodyPr/>
        <a:lstStyle/>
        <a:p>
          <a:endParaRPr lang="en-IN"/>
        </a:p>
      </dgm:t>
    </dgm:pt>
    <dgm:pt modelId="{C9EE44D4-A20E-47FD-A8AF-A3DB869AF55F}">
      <dgm:prSet/>
      <dgm:spPr/>
      <dgm:t>
        <a:bodyPr/>
        <a:lstStyle/>
        <a:p>
          <a:r>
            <a:rPr lang="en-IN"/>
            <a:t>• UI/UX Design</a:t>
          </a:r>
        </a:p>
      </dgm:t>
    </dgm:pt>
    <dgm:pt modelId="{5FA11811-8B0D-4426-A152-D40B630DCC97}" type="parTrans" cxnId="{87396B47-C804-4CEE-ACDC-D394099A0C7A}">
      <dgm:prSet/>
      <dgm:spPr/>
      <dgm:t>
        <a:bodyPr/>
        <a:lstStyle/>
        <a:p>
          <a:endParaRPr lang="en-IN"/>
        </a:p>
      </dgm:t>
    </dgm:pt>
    <dgm:pt modelId="{EA5CB624-35CD-4752-9106-4754E1FC01B9}" type="sibTrans" cxnId="{87396B47-C804-4CEE-ACDC-D394099A0C7A}">
      <dgm:prSet/>
      <dgm:spPr/>
      <dgm:t>
        <a:bodyPr/>
        <a:lstStyle/>
        <a:p>
          <a:endParaRPr lang="en-IN"/>
        </a:p>
      </dgm:t>
    </dgm:pt>
    <dgm:pt modelId="{DEDA2F02-6A65-4E7F-A29A-F231812DAA40}">
      <dgm:prSet/>
      <dgm:spPr/>
      <dgm:t>
        <a:bodyPr/>
        <a:lstStyle/>
        <a:p>
          <a:r>
            <a:rPr lang="en-IN"/>
            <a:t>• AI Chat Assistant</a:t>
          </a:r>
        </a:p>
      </dgm:t>
    </dgm:pt>
    <dgm:pt modelId="{644B3ECB-35CC-4C02-B885-CB24D1FF00AD}" type="parTrans" cxnId="{84614FD4-AD63-4DEC-B3EB-E352D3E491C8}">
      <dgm:prSet/>
      <dgm:spPr/>
      <dgm:t>
        <a:bodyPr/>
        <a:lstStyle/>
        <a:p>
          <a:endParaRPr lang="en-IN"/>
        </a:p>
      </dgm:t>
    </dgm:pt>
    <dgm:pt modelId="{961689CF-5078-4353-86D2-1A94703CCB51}" type="sibTrans" cxnId="{84614FD4-AD63-4DEC-B3EB-E352D3E491C8}">
      <dgm:prSet/>
      <dgm:spPr/>
      <dgm:t>
        <a:bodyPr/>
        <a:lstStyle/>
        <a:p>
          <a:endParaRPr lang="en-IN"/>
        </a:p>
      </dgm:t>
    </dgm:pt>
    <dgm:pt modelId="{2170B23D-04B7-4AF5-B7B7-6BDDFEE2F98C}">
      <dgm:prSet/>
      <dgm:spPr/>
      <dgm:t>
        <a:bodyPr/>
        <a:lstStyle/>
        <a:p>
          <a:r>
            <a:rPr lang="en-IN"/>
            <a:t>• Financial Dashboard</a:t>
          </a:r>
        </a:p>
      </dgm:t>
    </dgm:pt>
    <dgm:pt modelId="{C1105004-4F27-49D6-82BA-816A1126E0F8}" type="parTrans" cxnId="{8A12ECBC-E73B-4434-949B-C36BBAFE9791}">
      <dgm:prSet/>
      <dgm:spPr/>
      <dgm:t>
        <a:bodyPr/>
        <a:lstStyle/>
        <a:p>
          <a:endParaRPr lang="en-IN"/>
        </a:p>
      </dgm:t>
    </dgm:pt>
    <dgm:pt modelId="{6D69CADF-D573-4121-92C2-74A5FB51DD17}" type="sibTrans" cxnId="{8A12ECBC-E73B-4434-949B-C36BBAFE9791}">
      <dgm:prSet/>
      <dgm:spPr/>
      <dgm:t>
        <a:bodyPr/>
        <a:lstStyle/>
        <a:p>
          <a:endParaRPr lang="en-IN"/>
        </a:p>
      </dgm:t>
    </dgm:pt>
    <dgm:pt modelId="{8F8C9E3B-08E2-4116-99A9-5C882123BD1C}">
      <dgm:prSet/>
      <dgm:spPr/>
      <dgm:t>
        <a:bodyPr/>
        <a:lstStyle/>
        <a:p>
          <a:r>
            <a:rPr lang="en-IN"/>
            <a:t>• Goal Planner</a:t>
          </a:r>
        </a:p>
      </dgm:t>
    </dgm:pt>
    <dgm:pt modelId="{F1381935-92CF-4FE6-8D47-1B0CC74297CE}" type="parTrans" cxnId="{EE9E2F5A-C022-43E3-B8E6-D35CCE117288}">
      <dgm:prSet/>
      <dgm:spPr/>
      <dgm:t>
        <a:bodyPr/>
        <a:lstStyle/>
        <a:p>
          <a:endParaRPr lang="en-IN"/>
        </a:p>
      </dgm:t>
    </dgm:pt>
    <dgm:pt modelId="{2D368EC0-D9FD-4A49-BECC-960DED53020B}" type="sibTrans" cxnId="{EE9E2F5A-C022-43E3-B8E6-D35CCE117288}">
      <dgm:prSet/>
      <dgm:spPr/>
      <dgm:t>
        <a:bodyPr/>
        <a:lstStyle/>
        <a:p>
          <a:endParaRPr lang="en-IN"/>
        </a:p>
      </dgm:t>
    </dgm:pt>
    <dgm:pt modelId="{A7A58D25-5295-4A42-91C6-850DE962B0D8}">
      <dgm:prSet/>
      <dgm:spPr/>
      <dgm:t>
        <a:bodyPr/>
        <a:lstStyle/>
        <a:p>
          <a:r>
            <a:rPr lang="en-IN"/>
            <a:t>• User Authentication</a:t>
          </a:r>
        </a:p>
      </dgm:t>
    </dgm:pt>
    <dgm:pt modelId="{4DB0744D-D890-44FF-B813-3FFEE8C018AE}" type="parTrans" cxnId="{398BA2CD-4478-4464-9571-42692F518DA4}">
      <dgm:prSet/>
      <dgm:spPr/>
      <dgm:t>
        <a:bodyPr/>
        <a:lstStyle/>
        <a:p>
          <a:endParaRPr lang="en-IN"/>
        </a:p>
      </dgm:t>
    </dgm:pt>
    <dgm:pt modelId="{D8A4A15D-48F7-45B5-B841-09DD9FCBF227}" type="sibTrans" cxnId="{398BA2CD-4478-4464-9571-42692F518DA4}">
      <dgm:prSet/>
      <dgm:spPr/>
      <dgm:t>
        <a:bodyPr/>
        <a:lstStyle/>
        <a:p>
          <a:endParaRPr lang="en-IN"/>
        </a:p>
      </dgm:t>
    </dgm:pt>
    <dgm:pt modelId="{A083D0F7-B456-4672-904D-583DDF66D874}">
      <dgm:prSet/>
      <dgm:spPr/>
      <dgm:t>
        <a:bodyPr/>
        <a:lstStyle/>
        <a:p>
          <a:r>
            <a:rPr lang="en-IN"/>
            <a:t>• Banking API Integration</a:t>
          </a:r>
        </a:p>
      </dgm:t>
    </dgm:pt>
    <dgm:pt modelId="{022085AA-FD68-4F4C-B97F-80A4B53DD7F4}" type="parTrans" cxnId="{35C43BCB-589A-4C0C-8FFE-069455EA3279}">
      <dgm:prSet/>
      <dgm:spPr/>
      <dgm:t>
        <a:bodyPr/>
        <a:lstStyle/>
        <a:p>
          <a:endParaRPr lang="en-IN"/>
        </a:p>
      </dgm:t>
    </dgm:pt>
    <dgm:pt modelId="{A4141BE2-E778-4ECC-B240-D602FE24474A}" type="sibTrans" cxnId="{35C43BCB-589A-4C0C-8FFE-069455EA3279}">
      <dgm:prSet/>
      <dgm:spPr/>
      <dgm:t>
        <a:bodyPr/>
        <a:lstStyle/>
        <a:p>
          <a:endParaRPr lang="en-IN"/>
        </a:p>
      </dgm:t>
    </dgm:pt>
    <dgm:pt modelId="{5001E9F2-6371-4E8E-82D3-CB6E0ADDCCE9}">
      <dgm:prSet/>
      <dgm:spPr/>
      <dgm:t>
        <a:bodyPr/>
        <a:lstStyle/>
        <a:p>
          <a:r>
            <a:rPr lang="en-IN"/>
            <a:t>• AI Recommendations</a:t>
          </a:r>
        </a:p>
      </dgm:t>
    </dgm:pt>
    <dgm:pt modelId="{161C3596-B7C5-4513-B7EE-BED3D1BEBCFD}" type="parTrans" cxnId="{50AB257C-D159-4D9B-8869-921F174801A4}">
      <dgm:prSet/>
      <dgm:spPr/>
      <dgm:t>
        <a:bodyPr/>
        <a:lstStyle/>
        <a:p>
          <a:endParaRPr lang="en-IN"/>
        </a:p>
      </dgm:t>
    </dgm:pt>
    <dgm:pt modelId="{1BE7B249-4A26-4C50-9A64-14B97A9A3A88}" type="sibTrans" cxnId="{50AB257C-D159-4D9B-8869-921F174801A4}">
      <dgm:prSet/>
      <dgm:spPr/>
      <dgm:t>
        <a:bodyPr/>
        <a:lstStyle/>
        <a:p>
          <a:endParaRPr lang="en-IN"/>
        </a:p>
      </dgm:t>
    </dgm:pt>
    <dgm:pt modelId="{164A17EB-4B8D-40FF-8F28-463CE35AFC15}">
      <dgm:prSet/>
      <dgm:spPr/>
      <dgm:t>
        <a:bodyPr/>
        <a:lstStyle/>
        <a:p>
          <a:r>
            <a:rPr lang="en-IN"/>
            <a:t>• Notifications</a:t>
          </a:r>
        </a:p>
      </dgm:t>
    </dgm:pt>
    <dgm:pt modelId="{BBFDC9C7-0640-4CF1-8FC2-98DB72CFE57B}" type="parTrans" cxnId="{BAB89241-650A-45ED-8229-67AB82205E47}">
      <dgm:prSet/>
      <dgm:spPr/>
      <dgm:t>
        <a:bodyPr/>
        <a:lstStyle/>
        <a:p>
          <a:endParaRPr lang="en-IN"/>
        </a:p>
      </dgm:t>
    </dgm:pt>
    <dgm:pt modelId="{A5BAC0C1-69F2-4A42-AD2A-88BD9E7A811A}" type="sibTrans" cxnId="{BAB89241-650A-45ED-8229-67AB82205E47}">
      <dgm:prSet/>
      <dgm:spPr/>
      <dgm:t>
        <a:bodyPr/>
        <a:lstStyle/>
        <a:p>
          <a:endParaRPr lang="en-IN"/>
        </a:p>
      </dgm:t>
    </dgm:pt>
    <dgm:pt modelId="{C8921A8D-1BCB-4D22-B8D3-5247A3E7CB1B}">
      <dgm:prSet/>
      <dgm:spPr/>
      <dgm:t>
        <a:bodyPr/>
        <a:lstStyle/>
        <a:p>
          <a:r>
            <a:rPr lang="en-IN"/>
            <a:t>• Limited SBI Users</a:t>
          </a:r>
        </a:p>
      </dgm:t>
    </dgm:pt>
    <dgm:pt modelId="{2E19B482-D61B-41EF-BF20-C55EAAADE808}" type="parTrans" cxnId="{9038A8B4-CD26-4650-B08F-99FD1A12F5E5}">
      <dgm:prSet/>
      <dgm:spPr/>
      <dgm:t>
        <a:bodyPr/>
        <a:lstStyle/>
        <a:p>
          <a:endParaRPr lang="en-IN"/>
        </a:p>
      </dgm:t>
    </dgm:pt>
    <dgm:pt modelId="{1D9C3D2B-CC12-4775-B41C-A62739743C1B}" type="sibTrans" cxnId="{9038A8B4-CD26-4650-B08F-99FD1A12F5E5}">
      <dgm:prSet/>
      <dgm:spPr/>
      <dgm:t>
        <a:bodyPr/>
        <a:lstStyle/>
        <a:p>
          <a:endParaRPr lang="en-IN"/>
        </a:p>
      </dgm:t>
    </dgm:pt>
    <dgm:pt modelId="{3276AB0A-CCB1-4149-8FF2-D716E3CE93BC}">
      <dgm:prSet/>
      <dgm:spPr/>
      <dgm:t>
        <a:bodyPr/>
        <a:lstStyle/>
        <a:p>
          <a:r>
            <a:rPr lang="en-IN"/>
            <a:t>• Performance Testing</a:t>
          </a:r>
        </a:p>
      </dgm:t>
    </dgm:pt>
    <dgm:pt modelId="{D71E5FC0-557C-4F1D-8AB7-35D5EE6EB06E}" type="parTrans" cxnId="{6634DF84-F87B-4E1D-93EB-460049B5C0EB}">
      <dgm:prSet/>
      <dgm:spPr/>
      <dgm:t>
        <a:bodyPr/>
        <a:lstStyle/>
        <a:p>
          <a:endParaRPr lang="en-IN"/>
        </a:p>
      </dgm:t>
    </dgm:pt>
    <dgm:pt modelId="{08218025-8647-4F9A-B3AC-A6C04AC97F97}" type="sibTrans" cxnId="{6634DF84-F87B-4E1D-93EB-460049B5C0EB}">
      <dgm:prSet/>
      <dgm:spPr/>
      <dgm:t>
        <a:bodyPr/>
        <a:lstStyle/>
        <a:p>
          <a:endParaRPr lang="en-IN"/>
        </a:p>
      </dgm:t>
    </dgm:pt>
    <dgm:pt modelId="{06F53428-9391-49E1-915F-8F9D12D5860A}">
      <dgm:prSet/>
      <dgm:spPr/>
      <dgm:t>
        <a:bodyPr/>
        <a:lstStyle/>
        <a:p>
          <a:r>
            <a:rPr lang="en-IN"/>
            <a:t>• Feedback Collection</a:t>
          </a:r>
        </a:p>
      </dgm:t>
    </dgm:pt>
    <dgm:pt modelId="{1A714D7D-3C1A-48EE-B471-6D91CC08A03C}" type="parTrans" cxnId="{1716A0C2-C536-487B-B780-D9BCC3882BB1}">
      <dgm:prSet/>
      <dgm:spPr/>
      <dgm:t>
        <a:bodyPr/>
        <a:lstStyle/>
        <a:p>
          <a:endParaRPr lang="en-IN"/>
        </a:p>
      </dgm:t>
    </dgm:pt>
    <dgm:pt modelId="{2D1B5551-B443-4B27-B345-8C1B8BE7CA25}" type="sibTrans" cxnId="{1716A0C2-C536-487B-B780-D9BCC3882BB1}">
      <dgm:prSet/>
      <dgm:spPr/>
      <dgm:t>
        <a:bodyPr/>
        <a:lstStyle/>
        <a:p>
          <a:endParaRPr lang="en-IN"/>
        </a:p>
      </dgm:t>
    </dgm:pt>
    <dgm:pt modelId="{328F5597-6D65-4266-82D1-83935F0A9C4C}">
      <dgm:prSet/>
      <dgm:spPr/>
      <dgm:t>
        <a:bodyPr/>
        <a:lstStyle/>
        <a:p>
          <a:r>
            <a:rPr lang="en-IN"/>
            <a:t>• Security Validation</a:t>
          </a:r>
        </a:p>
      </dgm:t>
    </dgm:pt>
    <dgm:pt modelId="{57DA8485-2535-458B-A5EF-1FECEA95C08D}" type="parTrans" cxnId="{3A292D02-9B13-4BFF-96CD-DC2830C0D53C}">
      <dgm:prSet/>
      <dgm:spPr/>
      <dgm:t>
        <a:bodyPr/>
        <a:lstStyle/>
        <a:p>
          <a:endParaRPr lang="en-IN"/>
        </a:p>
      </dgm:t>
    </dgm:pt>
    <dgm:pt modelId="{3FFFC62F-4E0A-4D42-97D9-1BBD125FDECD}" type="sibTrans" cxnId="{3A292D02-9B13-4BFF-96CD-DC2830C0D53C}">
      <dgm:prSet/>
      <dgm:spPr/>
      <dgm:t>
        <a:bodyPr/>
        <a:lstStyle/>
        <a:p>
          <a:endParaRPr lang="en-IN"/>
        </a:p>
      </dgm:t>
    </dgm:pt>
    <dgm:pt modelId="{E64A0386-6016-4DF2-A884-2D94E81D3B1B}">
      <dgm:prSet/>
      <dgm:spPr/>
      <dgm:t>
        <a:bodyPr/>
        <a:lstStyle/>
        <a:p>
          <a:r>
            <a:rPr lang="en-IN"/>
            <a:t>• Full SBI Deployment</a:t>
          </a:r>
        </a:p>
      </dgm:t>
    </dgm:pt>
    <dgm:pt modelId="{C3402783-64C6-4D50-87E3-7272703B17A0}" type="parTrans" cxnId="{536C8B56-B794-40A7-A118-C098FA95240F}">
      <dgm:prSet/>
      <dgm:spPr/>
      <dgm:t>
        <a:bodyPr/>
        <a:lstStyle/>
        <a:p>
          <a:endParaRPr lang="en-IN"/>
        </a:p>
      </dgm:t>
    </dgm:pt>
    <dgm:pt modelId="{77B1533D-2BD0-416D-8071-172F148E18DB}" type="sibTrans" cxnId="{536C8B56-B794-40A7-A118-C098FA95240F}">
      <dgm:prSet/>
      <dgm:spPr/>
      <dgm:t>
        <a:bodyPr/>
        <a:lstStyle/>
        <a:p>
          <a:endParaRPr lang="en-IN"/>
        </a:p>
      </dgm:t>
    </dgm:pt>
    <dgm:pt modelId="{73755711-CCED-438B-8AEC-16C92BA57934}">
      <dgm:prSet/>
      <dgm:spPr/>
      <dgm:t>
        <a:bodyPr/>
        <a:lstStyle/>
        <a:p>
          <a:r>
            <a:rPr lang="en-IN"/>
            <a:t>• Continuous AI Learning</a:t>
          </a:r>
        </a:p>
      </dgm:t>
    </dgm:pt>
    <dgm:pt modelId="{E7FA1A7E-C719-4921-8D10-16741BEC4D98}" type="parTrans" cxnId="{23ED5ECC-5F78-4BEC-B8B9-4040D7095FD1}">
      <dgm:prSet/>
      <dgm:spPr/>
      <dgm:t>
        <a:bodyPr/>
        <a:lstStyle/>
        <a:p>
          <a:endParaRPr lang="en-IN"/>
        </a:p>
      </dgm:t>
    </dgm:pt>
    <dgm:pt modelId="{8B144CD9-A50B-4D21-B8F6-42F67833D7F5}" type="sibTrans" cxnId="{23ED5ECC-5F78-4BEC-B8B9-4040D7095FD1}">
      <dgm:prSet/>
      <dgm:spPr/>
      <dgm:t>
        <a:bodyPr/>
        <a:lstStyle/>
        <a:p>
          <a:endParaRPr lang="en-IN"/>
        </a:p>
      </dgm:t>
    </dgm:pt>
    <dgm:pt modelId="{36CCE19B-3FAA-4BCB-9794-8C34DF92F5AB}">
      <dgm:prSet/>
      <dgm:spPr/>
      <dgm:t>
        <a:bodyPr/>
        <a:lstStyle/>
        <a:p>
          <a:r>
            <a:rPr lang="en-IN"/>
            <a:t>• Product Expansion</a:t>
          </a:r>
        </a:p>
      </dgm:t>
    </dgm:pt>
    <dgm:pt modelId="{24DBE4A9-4064-4E18-AD87-DADE45B2FAAA}" type="parTrans" cxnId="{287E8165-F08D-4BC5-9665-B68F35061312}">
      <dgm:prSet/>
      <dgm:spPr/>
      <dgm:t>
        <a:bodyPr/>
        <a:lstStyle/>
        <a:p>
          <a:endParaRPr lang="en-IN"/>
        </a:p>
      </dgm:t>
    </dgm:pt>
    <dgm:pt modelId="{C2A39C86-39E7-4EC4-9161-1FA36CD871FE}" type="sibTrans" cxnId="{287E8165-F08D-4BC5-9665-B68F35061312}">
      <dgm:prSet/>
      <dgm:spPr/>
      <dgm:t>
        <a:bodyPr/>
        <a:lstStyle/>
        <a:p>
          <a:endParaRPr lang="en-IN"/>
        </a:p>
      </dgm:t>
    </dgm:pt>
    <dgm:pt modelId="{B27E97FB-6C39-45B6-BE3D-269AE2853CA8}">
      <dgm:prSet/>
      <dgm:spPr/>
      <dgm:t>
        <a:bodyPr/>
        <a:lstStyle/>
        <a:p>
          <a:r>
            <a:rPr lang="en-IN"/>
            <a:t>• Performance Monitoring</a:t>
          </a:r>
        </a:p>
      </dgm:t>
    </dgm:pt>
    <dgm:pt modelId="{C6C706B3-00EF-4A58-A739-765318293870}" type="parTrans" cxnId="{123701A3-56E7-4CD8-BAA8-B61010029978}">
      <dgm:prSet/>
      <dgm:spPr/>
      <dgm:t>
        <a:bodyPr/>
        <a:lstStyle/>
        <a:p>
          <a:endParaRPr lang="en-IN"/>
        </a:p>
      </dgm:t>
    </dgm:pt>
    <dgm:pt modelId="{E258A72C-28E6-414D-B156-9D6A0179164E}" type="sibTrans" cxnId="{123701A3-56E7-4CD8-BAA8-B61010029978}">
      <dgm:prSet/>
      <dgm:spPr/>
      <dgm:t>
        <a:bodyPr/>
        <a:lstStyle/>
        <a:p>
          <a:endParaRPr lang="en-IN"/>
        </a:p>
      </dgm:t>
    </dgm:pt>
    <dgm:pt modelId="{35329957-EEE4-4888-BE6A-F5FD1F06E123}" type="pres">
      <dgm:prSet presAssocID="{E67D5FB8-981B-4941-9EAE-F5AA677275E1}" presName="list" presStyleCnt="0">
        <dgm:presLayoutVars>
          <dgm:dir/>
          <dgm:animLvl val="lvl"/>
        </dgm:presLayoutVars>
      </dgm:prSet>
      <dgm:spPr/>
    </dgm:pt>
    <dgm:pt modelId="{4F969915-FCCD-4C8C-AE93-43D352403976}" type="pres">
      <dgm:prSet presAssocID="{F6C24C5D-9AA8-4339-ABB0-037A1C037CD8}" presName="posSpace" presStyleCnt="0"/>
      <dgm:spPr/>
    </dgm:pt>
    <dgm:pt modelId="{E3DAB3B2-7F0D-42A9-929C-D35A38847295}" type="pres">
      <dgm:prSet presAssocID="{F6C24C5D-9AA8-4339-ABB0-037A1C037CD8}" presName="vertFlow" presStyleCnt="0"/>
      <dgm:spPr/>
    </dgm:pt>
    <dgm:pt modelId="{717E0A89-8195-46CF-ACCC-C4B23AF6BF0D}" type="pres">
      <dgm:prSet presAssocID="{F6C24C5D-9AA8-4339-ABB0-037A1C037CD8}" presName="topSpace" presStyleCnt="0"/>
      <dgm:spPr/>
    </dgm:pt>
    <dgm:pt modelId="{512CE531-F83B-4E3E-9CFF-F1880085D1E3}" type="pres">
      <dgm:prSet presAssocID="{F6C24C5D-9AA8-4339-ABB0-037A1C037CD8}" presName="firstComp" presStyleCnt="0"/>
      <dgm:spPr/>
    </dgm:pt>
    <dgm:pt modelId="{54199AC3-E081-40CE-958B-8F24CD64EF54}" type="pres">
      <dgm:prSet presAssocID="{F6C24C5D-9AA8-4339-ABB0-037A1C037CD8}" presName="firstChild" presStyleLbl="bgAccFollowNode1" presStyleIdx="0" presStyleCnt="16"/>
      <dgm:spPr/>
    </dgm:pt>
    <dgm:pt modelId="{D670243E-47E2-43C4-8B18-6BDDAD1BD2FA}" type="pres">
      <dgm:prSet presAssocID="{F6C24C5D-9AA8-4339-ABB0-037A1C037CD8}" presName="firstChildTx" presStyleLbl="bgAccFollowNode1" presStyleIdx="0" presStyleCnt="16">
        <dgm:presLayoutVars>
          <dgm:bulletEnabled val="1"/>
        </dgm:presLayoutVars>
      </dgm:prSet>
      <dgm:spPr/>
    </dgm:pt>
    <dgm:pt modelId="{740C8B25-C7D3-4E25-A840-356BEA35C8BD}" type="pres">
      <dgm:prSet presAssocID="{DEDA2F02-6A65-4E7F-A29A-F231812DAA40}" presName="comp" presStyleCnt="0"/>
      <dgm:spPr/>
    </dgm:pt>
    <dgm:pt modelId="{BE33C238-FE06-403F-B9BD-3F62CFAEED27}" type="pres">
      <dgm:prSet presAssocID="{DEDA2F02-6A65-4E7F-A29A-F231812DAA40}" presName="child" presStyleLbl="bgAccFollowNode1" presStyleIdx="1" presStyleCnt="16"/>
      <dgm:spPr/>
    </dgm:pt>
    <dgm:pt modelId="{AD5374EC-F6C4-4DB7-8CF7-E39414280F06}" type="pres">
      <dgm:prSet presAssocID="{DEDA2F02-6A65-4E7F-A29A-F231812DAA40}" presName="childTx" presStyleLbl="bgAccFollowNode1" presStyleIdx="1" presStyleCnt="16">
        <dgm:presLayoutVars>
          <dgm:bulletEnabled val="1"/>
        </dgm:presLayoutVars>
      </dgm:prSet>
      <dgm:spPr/>
    </dgm:pt>
    <dgm:pt modelId="{56E116C5-ED35-469F-B039-0E7A55AD6F63}" type="pres">
      <dgm:prSet presAssocID="{2170B23D-04B7-4AF5-B7B7-6BDDFEE2F98C}" presName="comp" presStyleCnt="0"/>
      <dgm:spPr/>
    </dgm:pt>
    <dgm:pt modelId="{BA63CE11-CA3C-44D3-A3C4-CA05D64B1B83}" type="pres">
      <dgm:prSet presAssocID="{2170B23D-04B7-4AF5-B7B7-6BDDFEE2F98C}" presName="child" presStyleLbl="bgAccFollowNode1" presStyleIdx="2" presStyleCnt="16"/>
      <dgm:spPr/>
    </dgm:pt>
    <dgm:pt modelId="{362C4D88-811E-45A4-84C3-ED4805131BD8}" type="pres">
      <dgm:prSet presAssocID="{2170B23D-04B7-4AF5-B7B7-6BDDFEE2F98C}" presName="childTx" presStyleLbl="bgAccFollowNode1" presStyleIdx="2" presStyleCnt="16">
        <dgm:presLayoutVars>
          <dgm:bulletEnabled val="1"/>
        </dgm:presLayoutVars>
      </dgm:prSet>
      <dgm:spPr/>
    </dgm:pt>
    <dgm:pt modelId="{ACE7A2AC-9E32-4658-8D72-26DF857C408A}" type="pres">
      <dgm:prSet presAssocID="{8F8C9E3B-08E2-4116-99A9-5C882123BD1C}" presName="comp" presStyleCnt="0"/>
      <dgm:spPr/>
    </dgm:pt>
    <dgm:pt modelId="{D57B2E08-A477-46D3-A646-448B9F15A556}" type="pres">
      <dgm:prSet presAssocID="{8F8C9E3B-08E2-4116-99A9-5C882123BD1C}" presName="child" presStyleLbl="bgAccFollowNode1" presStyleIdx="3" presStyleCnt="16"/>
      <dgm:spPr/>
    </dgm:pt>
    <dgm:pt modelId="{42EAB3EB-60AF-4A6A-A1DD-C8E2EDDB1B3D}" type="pres">
      <dgm:prSet presAssocID="{8F8C9E3B-08E2-4116-99A9-5C882123BD1C}" presName="childTx" presStyleLbl="bgAccFollowNode1" presStyleIdx="3" presStyleCnt="16">
        <dgm:presLayoutVars>
          <dgm:bulletEnabled val="1"/>
        </dgm:presLayoutVars>
      </dgm:prSet>
      <dgm:spPr/>
    </dgm:pt>
    <dgm:pt modelId="{A21DE843-C00E-4B68-9516-90FCC2D4D05B}" type="pres">
      <dgm:prSet presAssocID="{F6C24C5D-9AA8-4339-ABB0-037A1C037CD8}" presName="negSpace" presStyleCnt="0"/>
      <dgm:spPr/>
    </dgm:pt>
    <dgm:pt modelId="{F15A4B9B-52FB-4781-917E-9E1E774D2F78}" type="pres">
      <dgm:prSet presAssocID="{F6C24C5D-9AA8-4339-ABB0-037A1C037CD8}" presName="circle" presStyleLbl="node1" presStyleIdx="0" presStyleCnt="4"/>
      <dgm:spPr/>
    </dgm:pt>
    <dgm:pt modelId="{6E13119B-73B0-4D74-8781-74176C241235}" type="pres">
      <dgm:prSet presAssocID="{5AEE86B8-C318-42A2-B13A-6F8DFEBC12E3}" presName="transSpace" presStyleCnt="0"/>
      <dgm:spPr/>
    </dgm:pt>
    <dgm:pt modelId="{540ED33C-30B5-4AC5-8A09-062F06C50950}" type="pres">
      <dgm:prSet presAssocID="{E1C5ED13-9DA3-42FE-87F2-F3757CF63926}" presName="posSpace" presStyleCnt="0"/>
      <dgm:spPr/>
    </dgm:pt>
    <dgm:pt modelId="{7FB401C9-0206-4B27-98F1-0EC6FDE40F31}" type="pres">
      <dgm:prSet presAssocID="{E1C5ED13-9DA3-42FE-87F2-F3757CF63926}" presName="vertFlow" presStyleCnt="0"/>
      <dgm:spPr/>
    </dgm:pt>
    <dgm:pt modelId="{68E83151-C8D4-4C7F-A2B3-3D9AE03AC028}" type="pres">
      <dgm:prSet presAssocID="{E1C5ED13-9DA3-42FE-87F2-F3757CF63926}" presName="topSpace" presStyleCnt="0"/>
      <dgm:spPr/>
    </dgm:pt>
    <dgm:pt modelId="{A3AABC38-D3D4-4B66-8586-E6CB0B560FCB}" type="pres">
      <dgm:prSet presAssocID="{E1C5ED13-9DA3-42FE-87F2-F3757CF63926}" presName="firstComp" presStyleCnt="0"/>
      <dgm:spPr/>
    </dgm:pt>
    <dgm:pt modelId="{2ACBB80E-E76E-4EF3-ADA3-CE071F57B2EB}" type="pres">
      <dgm:prSet presAssocID="{E1C5ED13-9DA3-42FE-87F2-F3757CF63926}" presName="firstChild" presStyleLbl="bgAccFollowNode1" presStyleIdx="4" presStyleCnt="16"/>
      <dgm:spPr/>
    </dgm:pt>
    <dgm:pt modelId="{15A200BE-EE53-4947-93E5-E38070BE58C2}" type="pres">
      <dgm:prSet presAssocID="{E1C5ED13-9DA3-42FE-87F2-F3757CF63926}" presName="firstChildTx" presStyleLbl="bgAccFollowNode1" presStyleIdx="4" presStyleCnt="16">
        <dgm:presLayoutVars>
          <dgm:bulletEnabled val="1"/>
        </dgm:presLayoutVars>
      </dgm:prSet>
      <dgm:spPr/>
    </dgm:pt>
    <dgm:pt modelId="{D3AFB67C-F57B-4B06-9C02-87A9564028D7}" type="pres">
      <dgm:prSet presAssocID="{A083D0F7-B456-4672-904D-583DDF66D874}" presName="comp" presStyleCnt="0"/>
      <dgm:spPr/>
    </dgm:pt>
    <dgm:pt modelId="{BA13BA78-F0D5-4800-8271-38B39AD2C99B}" type="pres">
      <dgm:prSet presAssocID="{A083D0F7-B456-4672-904D-583DDF66D874}" presName="child" presStyleLbl="bgAccFollowNode1" presStyleIdx="5" presStyleCnt="16"/>
      <dgm:spPr/>
    </dgm:pt>
    <dgm:pt modelId="{AD444E85-FE9B-46CA-B976-EAA7714FDBE8}" type="pres">
      <dgm:prSet presAssocID="{A083D0F7-B456-4672-904D-583DDF66D874}" presName="childTx" presStyleLbl="bgAccFollowNode1" presStyleIdx="5" presStyleCnt="16">
        <dgm:presLayoutVars>
          <dgm:bulletEnabled val="1"/>
        </dgm:presLayoutVars>
      </dgm:prSet>
      <dgm:spPr/>
    </dgm:pt>
    <dgm:pt modelId="{EA746DD1-3610-44E5-A24A-45A73F3D0D31}" type="pres">
      <dgm:prSet presAssocID="{5001E9F2-6371-4E8E-82D3-CB6E0ADDCCE9}" presName="comp" presStyleCnt="0"/>
      <dgm:spPr/>
    </dgm:pt>
    <dgm:pt modelId="{AE68AAD9-11BF-4436-89B4-7822438E5B2E}" type="pres">
      <dgm:prSet presAssocID="{5001E9F2-6371-4E8E-82D3-CB6E0ADDCCE9}" presName="child" presStyleLbl="bgAccFollowNode1" presStyleIdx="6" presStyleCnt="16"/>
      <dgm:spPr/>
    </dgm:pt>
    <dgm:pt modelId="{33B7834E-6D5D-43A6-8AD1-E54656592149}" type="pres">
      <dgm:prSet presAssocID="{5001E9F2-6371-4E8E-82D3-CB6E0ADDCCE9}" presName="childTx" presStyleLbl="bgAccFollowNode1" presStyleIdx="6" presStyleCnt="16">
        <dgm:presLayoutVars>
          <dgm:bulletEnabled val="1"/>
        </dgm:presLayoutVars>
      </dgm:prSet>
      <dgm:spPr/>
    </dgm:pt>
    <dgm:pt modelId="{0E5B7BD6-22DA-4A31-B5E8-289A729CD2AD}" type="pres">
      <dgm:prSet presAssocID="{164A17EB-4B8D-40FF-8F28-463CE35AFC15}" presName="comp" presStyleCnt="0"/>
      <dgm:spPr/>
    </dgm:pt>
    <dgm:pt modelId="{7A677BC8-A67B-4330-A51F-58AF0069D1E2}" type="pres">
      <dgm:prSet presAssocID="{164A17EB-4B8D-40FF-8F28-463CE35AFC15}" presName="child" presStyleLbl="bgAccFollowNode1" presStyleIdx="7" presStyleCnt="16"/>
      <dgm:spPr/>
    </dgm:pt>
    <dgm:pt modelId="{98917D77-DA0E-40E4-9286-9D5A3673AD14}" type="pres">
      <dgm:prSet presAssocID="{164A17EB-4B8D-40FF-8F28-463CE35AFC15}" presName="childTx" presStyleLbl="bgAccFollowNode1" presStyleIdx="7" presStyleCnt="16">
        <dgm:presLayoutVars>
          <dgm:bulletEnabled val="1"/>
        </dgm:presLayoutVars>
      </dgm:prSet>
      <dgm:spPr/>
    </dgm:pt>
    <dgm:pt modelId="{17F71B5B-2B3D-4125-BA2E-0C05C2701774}" type="pres">
      <dgm:prSet presAssocID="{E1C5ED13-9DA3-42FE-87F2-F3757CF63926}" presName="negSpace" presStyleCnt="0"/>
      <dgm:spPr/>
    </dgm:pt>
    <dgm:pt modelId="{1E166987-61D1-4062-BC10-4A971AFA48BB}" type="pres">
      <dgm:prSet presAssocID="{E1C5ED13-9DA3-42FE-87F2-F3757CF63926}" presName="circle" presStyleLbl="node1" presStyleIdx="1" presStyleCnt="4"/>
      <dgm:spPr/>
    </dgm:pt>
    <dgm:pt modelId="{48E29D24-77B4-4D19-A7C5-1184BD17971E}" type="pres">
      <dgm:prSet presAssocID="{A1A2440D-CA3C-449D-93C7-CD6521B770B9}" presName="transSpace" presStyleCnt="0"/>
      <dgm:spPr/>
    </dgm:pt>
    <dgm:pt modelId="{C7A49C04-3A99-4564-939F-968FD35EE45E}" type="pres">
      <dgm:prSet presAssocID="{444AF05A-5B8B-4E3F-AC8E-3E51CE9D2597}" presName="posSpace" presStyleCnt="0"/>
      <dgm:spPr/>
    </dgm:pt>
    <dgm:pt modelId="{F0464FF1-026B-4A62-8F7C-BA1FCF7739A8}" type="pres">
      <dgm:prSet presAssocID="{444AF05A-5B8B-4E3F-AC8E-3E51CE9D2597}" presName="vertFlow" presStyleCnt="0"/>
      <dgm:spPr/>
    </dgm:pt>
    <dgm:pt modelId="{84735491-6FA5-4D85-8959-76A68676C152}" type="pres">
      <dgm:prSet presAssocID="{444AF05A-5B8B-4E3F-AC8E-3E51CE9D2597}" presName="topSpace" presStyleCnt="0"/>
      <dgm:spPr/>
    </dgm:pt>
    <dgm:pt modelId="{AC5CA364-D625-489A-888F-E9AB2739D0D3}" type="pres">
      <dgm:prSet presAssocID="{444AF05A-5B8B-4E3F-AC8E-3E51CE9D2597}" presName="firstComp" presStyleCnt="0"/>
      <dgm:spPr/>
    </dgm:pt>
    <dgm:pt modelId="{FA963D4B-11AF-4DF4-98D1-E64DBB446C8D}" type="pres">
      <dgm:prSet presAssocID="{444AF05A-5B8B-4E3F-AC8E-3E51CE9D2597}" presName="firstChild" presStyleLbl="bgAccFollowNode1" presStyleIdx="8" presStyleCnt="16"/>
      <dgm:spPr/>
    </dgm:pt>
    <dgm:pt modelId="{12F186C8-29BD-4622-AB64-5F4046D150E3}" type="pres">
      <dgm:prSet presAssocID="{444AF05A-5B8B-4E3F-AC8E-3E51CE9D2597}" presName="firstChildTx" presStyleLbl="bgAccFollowNode1" presStyleIdx="8" presStyleCnt="16">
        <dgm:presLayoutVars>
          <dgm:bulletEnabled val="1"/>
        </dgm:presLayoutVars>
      </dgm:prSet>
      <dgm:spPr/>
    </dgm:pt>
    <dgm:pt modelId="{4C4466AD-766D-4071-89A7-D7FD3DE16E7D}" type="pres">
      <dgm:prSet presAssocID="{3276AB0A-CCB1-4149-8FF2-D716E3CE93BC}" presName="comp" presStyleCnt="0"/>
      <dgm:spPr/>
    </dgm:pt>
    <dgm:pt modelId="{E2920B92-1C8E-434A-BA5A-0E71BCC80DE9}" type="pres">
      <dgm:prSet presAssocID="{3276AB0A-CCB1-4149-8FF2-D716E3CE93BC}" presName="child" presStyleLbl="bgAccFollowNode1" presStyleIdx="9" presStyleCnt="16"/>
      <dgm:spPr/>
    </dgm:pt>
    <dgm:pt modelId="{B382B272-1F15-47ED-87FD-2D2F1BE61FFA}" type="pres">
      <dgm:prSet presAssocID="{3276AB0A-CCB1-4149-8FF2-D716E3CE93BC}" presName="childTx" presStyleLbl="bgAccFollowNode1" presStyleIdx="9" presStyleCnt="16">
        <dgm:presLayoutVars>
          <dgm:bulletEnabled val="1"/>
        </dgm:presLayoutVars>
      </dgm:prSet>
      <dgm:spPr/>
    </dgm:pt>
    <dgm:pt modelId="{E981F2EE-2B2A-4B27-B7C4-9FE7802E258E}" type="pres">
      <dgm:prSet presAssocID="{06F53428-9391-49E1-915F-8F9D12D5860A}" presName="comp" presStyleCnt="0"/>
      <dgm:spPr/>
    </dgm:pt>
    <dgm:pt modelId="{68766ECA-BF3D-492D-8C77-C91AF2763790}" type="pres">
      <dgm:prSet presAssocID="{06F53428-9391-49E1-915F-8F9D12D5860A}" presName="child" presStyleLbl="bgAccFollowNode1" presStyleIdx="10" presStyleCnt="16"/>
      <dgm:spPr/>
    </dgm:pt>
    <dgm:pt modelId="{09277504-8042-4E1A-83FA-FA47994A4A1B}" type="pres">
      <dgm:prSet presAssocID="{06F53428-9391-49E1-915F-8F9D12D5860A}" presName="childTx" presStyleLbl="bgAccFollowNode1" presStyleIdx="10" presStyleCnt="16">
        <dgm:presLayoutVars>
          <dgm:bulletEnabled val="1"/>
        </dgm:presLayoutVars>
      </dgm:prSet>
      <dgm:spPr/>
    </dgm:pt>
    <dgm:pt modelId="{90F94CB2-C003-4509-AEA9-9FC43D86B4B5}" type="pres">
      <dgm:prSet presAssocID="{328F5597-6D65-4266-82D1-83935F0A9C4C}" presName="comp" presStyleCnt="0"/>
      <dgm:spPr/>
    </dgm:pt>
    <dgm:pt modelId="{ABD26072-B24F-4604-92A9-DA368B47B635}" type="pres">
      <dgm:prSet presAssocID="{328F5597-6D65-4266-82D1-83935F0A9C4C}" presName="child" presStyleLbl="bgAccFollowNode1" presStyleIdx="11" presStyleCnt="16"/>
      <dgm:spPr/>
    </dgm:pt>
    <dgm:pt modelId="{FBF08D56-8B43-41EE-A518-A0AF6CD2D457}" type="pres">
      <dgm:prSet presAssocID="{328F5597-6D65-4266-82D1-83935F0A9C4C}" presName="childTx" presStyleLbl="bgAccFollowNode1" presStyleIdx="11" presStyleCnt="16">
        <dgm:presLayoutVars>
          <dgm:bulletEnabled val="1"/>
        </dgm:presLayoutVars>
      </dgm:prSet>
      <dgm:spPr/>
    </dgm:pt>
    <dgm:pt modelId="{9318E4A2-684C-4F9B-BD0F-FC4C077A391B}" type="pres">
      <dgm:prSet presAssocID="{444AF05A-5B8B-4E3F-AC8E-3E51CE9D2597}" presName="negSpace" presStyleCnt="0"/>
      <dgm:spPr/>
    </dgm:pt>
    <dgm:pt modelId="{1EE300FD-D26A-4531-9D9E-27B556D9277E}" type="pres">
      <dgm:prSet presAssocID="{444AF05A-5B8B-4E3F-AC8E-3E51CE9D2597}" presName="circle" presStyleLbl="node1" presStyleIdx="2" presStyleCnt="4"/>
      <dgm:spPr/>
    </dgm:pt>
    <dgm:pt modelId="{FD31D80D-A9D3-4978-A13C-FD6E674A9623}" type="pres">
      <dgm:prSet presAssocID="{B99F4EF8-2C3F-4D26-8F0D-A794F3E88233}" presName="transSpace" presStyleCnt="0"/>
      <dgm:spPr/>
    </dgm:pt>
    <dgm:pt modelId="{7A1B0B4A-536F-4E4D-B238-100B42D1E7B3}" type="pres">
      <dgm:prSet presAssocID="{39F2A2CD-D50B-4527-83F9-4B28328BB559}" presName="posSpace" presStyleCnt="0"/>
      <dgm:spPr/>
    </dgm:pt>
    <dgm:pt modelId="{382E9609-7F2B-4D43-BFB2-59544D022182}" type="pres">
      <dgm:prSet presAssocID="{39F2A2CD-D50B-4527-83F9-4B28328BB559}" presName="vertFlow" presStyleCnt="0"/>
      <dgm:spPr/>
    </dgm:pt>
    <dgm:pt modelId="{6F18567A-6241-49EC-9626-48AA9B97B524}" type="pres">
      <dgm:prSet presAssocID="{39F2A2CD-D50B-4527-83F9-4B28328BB559}" presName="topSpace" presStyleCnt="0"/>
      <dgm:spPr/>
    </dgm:pt>
    <dgm:pt modelId="{B3BD6C62-BA26-44E9-B817-EBF8CEF48510}" type="pres">
      <dgm:prSet presAssocID="{39F2A2CD-D50B-4527-83F9-4B28328BB559}" presName="firstComp" presStyleCnt="0"/>
      <dgm:spPr/>
    </dgm:pt>
    <dgm:pt modelId="{218EDABE-0297-466F-8456-B6A1593E5824}" type="pres">
      <dgm:prSet presAssocID="{39F2A2CD-D50B-4527-83F9-4B28328BB559}" presName="firstChild" presStyleLbl="bgAccFollowNode1" presStyleIdx="12" presStyleCnt="16"/>
      <dgm:spPr/>
    </dgm:pt>
    <dgm:pt modelId="{24AA4488-1D95-47CA-B726-7909D7836D88}" type="pres">
      <dgm:prSet presAssocID="{39F2A2CD-D50B-4527-83F9-4B28328BB559}" presName="firstChildTx" presStyleLbl="bgAccFollowNode1" presStyleIdx="12" presStyleCnt="16">
        <dgm:presLayoutVars>
          <dgm:bulletEnabled val="1"/>
        </dgm:presLayoutVars>
      </dgm:prSet>
      <dgm:spPr/>
    </dgm:pt>
    <dgm:pt modelId="{EC151DA2-808F-4F3F-B2DE-1E234768055D}" type="pres">
      <dgm:prSet presAssocID="{73755711-CCED-438B-8AEC-16C92BA57934}" presName="comp" presStyleCnt="0"/>
      <dgm:spPr/>
    </dgm:pt>
    <dgm:pt modelId="{59D6206F-9703-4970-AED0-B2FF38486C4B}" type="pres">
      <dgm:prSet presAssocID="{73755711-CCED-438B-8AEC-16C92BA57934}" presName="child" presStyleLbl="bgAccFollowNode1" presStyleIdx="13" presStyleCnt="16"/>
      <dgm:spPr/>
    </dgm:pt>
    <dgm:pt modelId="{4B6A4542-232F-41E7-87EB-01787AAAC001}" type="pres">
      <dgm:prSet presAssocID="{73755711-CCED-438B-8AEC-16C92BA57934}" presName="childTx" presStyleLbl="bgAccFollowNode1" presStyleIdx="13" presStyleCnt="16">
        <dgm:presLayoutVars>
          <dgm:bulletEnabled val="1"/>
        </dgm:presLayoutVars>
      </dgm:prSet>
      <dgm:spPr/>
    </dgm:pt>
    <dgm:pt modelId="{93201052-4B1C-45F6-89DC-427F384BBEF8}" type="pres">
      <dgm:prSet presAssocID="{36CCE19B-3FAA-4BCB-9794-8C34DF92F5AB}" presName="comp" presStyleCnt="0"/>
      <dgm:spPr/>
    </dgm:pt>
    <dgm:pt modelId="{AB02D460-CBBE-4E04-A588-6B76F297844A}" type="pres">
      <dgm:prSet presAssocID="{36CCE19B-3FAA-4BCB-9794-8C34DF92F5AB}" presName="child" presStyleLbl="bgAccFollowNode1" presStyleIdx="14" presStyleCnt="16"/>
      <dgm:spPr/>
    </dgm:pt>
    <dgm:pt modelId="{14A42451-B4BB-49DF-AF20-2F59ACC655CB}" type="pres">
      <dgm:prSet presAssocID="{36CCE19B-3FAA-4BCB-9794-8C34DF92F5AB}" presName="childTx" presStyleLbl="bgAccFollowNode1" presStyleIdx="14" presStyleCnt="16">
        <dgm:presLayoutVars>
          <dgm:bulletEnabled val="1"/>
        </dgm:presLayoutVars>
      </dgm:prSet>
      <dgm:spPr/>
    </dgm:pt>
    <dgm:pt modelId="{0957B931-CC09-4C09-BAE6-2CDFABFF3095}" type="pres">
      <dgm:prSet presAssocID="{B27E97FB-6C39-45B6-BE3D-269AE2853CA8}" presName="comp" presStyleCnt="0"/>
      <dgm:spPr/>
    </dgm:pt>
    <dgm:pt modelId="{79E68F81-2884-431E-B73E-614F5EE0B32C}" type="pres">
      <dgm:prSet presAssocID="{B27E97FB-6C39-45B6-BE3D-269AE2853CA8}" presName="child" presStyleLbl="bgAccFollowNode1" presStyleIdx="15" presStyleCnt="16"/>
      <dgm:spPr/>
    </dgm:pt>
    <dgm:pt modelId="{803E96DA-7744-4732-85FA-0487473EB396}" type="pres">
      <dgm:prSet presAssocID="{B27E97FB-6C39-45B6-BE3D-269AE2853CA8}" presName="childTx" presStyleLbl="bgAccFollowNode1" presStyleIdx="15" presStyleCnt="16">
        <dgm:presLayoutVars>
          <dgm:bulletEnabled val="1"/>
        </dgm:presLayoutVars>
      </dgm:prSet>
      <dgm:spPr/>
    </dgm:pt>
    <dgm:pt modelId="{6EEE1315-F99E-47A9-877A-C03DD42C082C}" type="pres">
      <dgm:prSet presAssocID="{39F2A2CD-D50B-4527-83F9-4B28328BB559}" presName="negSpace" presStyleCnt="0"/>
      <dgm:spPr/>
    </dgm:pt>
    <dgm:pt modelId="{15E8D641-871B-4A69-A9D1-1A0CC19F23E5}" type="pres">
      <dgm:prSet presAssocID="{39F2A2CD-D50B-4527-83F9-4B28328BB559}" presName="circle" presStyleLbl="node1" presStyleIdx="3" presStyleCnt="4"/>
      <dgm:spPr/>
    </dgm:pt>
  </dgm:ptLst>
  <dgm:cxnLst>
    <dgm:cxn modelId="{3A292D02-9B13-4BFF-96CD-DC2830C0D53C}" srcId="{444AF05A-5B8B-4E3F-AC8E-3E51CE9D2597}" destId="{328F5597-6D65-4266-82D1-83935F0A9C4C}" srcOrd="3" destOrd="0" parTransId="{57DA8485-2535-458B-A5EF-1FECEA95C08D}" sibTransId="{3FFFC62F-4E0A-4D42-97D9-1BBD125FDECD}"/>
    <dgm:cxn modelId="{8D10AA08-B19A-4FD3-A7DE-70BAD6B8B6BC}" type="presOf" srcId="{2170B23D-04B7-4AF5-B7B7-6BDDFEE2F98C}" destId="{362C4D88-811E-45A4-84C3-ED4805131BD8}" srcOrd="1" destOrd="0" presId="urn:microsoft.com/office/officeart/2005/8/layout/hList9"/>
    <dgm:cxn modelId="{02EACD08-CA26-432A-9EE9-3EE5DA264FF5}" type="presOf" srcId="{06F53428-9391-49E1-915F-8F9D12D5860A}" destId="{09277504-8042-4E1A-83FA-FA47994A4A1B}" srcOrd="1" destOrd="0" presId="urn:microsoft.com/office/officeart/2005/8/layout/hList9"/>
    <dgm:cxn modelId="{FDE7670A-9530-482D-AAC6-6BF3B1B32E42}" type="presOf" srcId="{A083D0F7-B456-4672-904D-583DDF66D874}" destId="{AD444E85-FE9B-46CA-B976-EAA7714FDBE8}" srcOrd="1" destOrd="0" presId="urn:microsoft.com/office/officeart/2005/8/layout/hList9"/>
    <dgm:cxn modelId="{9DF1580C-ECF0-4D00-B3E6-B5AB7F9F2C1A}" type="presOf" srcId="{5001E9F2-6371-4E8E-82D3-CB6E0ADDCCE9}" destId="{33B7834E-6D5D-43A6-8AD1-E54656592149}" srcOrd="1" destOrd="0" presId="urn:microsoft.com/office/officeart/2005/8/layout/hList9"/>
    <dgm:cxn modelId="{37C53423-DFC1-4FF0-A651-2DF2EA0CC986}" type="presOf" srcId="{3276AB0A-CCB1-4149-8FF2-D716E3CE93BC}" destId="{E2920B92-1C8E-434A-BA5A-0E71BCC80DE9}" srcOrd="0" destOrd="0" presId="urn:microsoft.com/office/officeart/2005/8/layout/hList9"/>
    <dgm:cxn modelId="{DEB02B27-7198-4AF9-9961-626210A9FE5D}" srcId="{E67D5FB8-981B-4941-9EAE-F5AA677275E1}" destId="{F6C24C5D-9AA8-4339-ABB0-037A1C037CD8}" srcOrd="0" destOrd="0" parTransId="{98540F2A-9B7F-43D6-90A1-5A3EDB073B34}" sibTransId="{5AEE86B8-C318-42A2-B13A-6F8DFEBC12E3}"/>
    <dgm:cxn modelId="{5D46C429-184E-4549-915D-19839AA4B426}" srcId="{E67D5FB8-981B-4941-9EAE-F5AA677275E1}" destId="{444AF05A-5B8B-4E3F-AC8E-3E51CE9D2597}" srcOrd="2" destOrd="0" parTransId="{ADD73D0E-A425-4BF0-BFE6-7FF44DBB2E19}" sibTransId="{B99F4EF8-2C3F-4D26-8F0D-A794F3E88233}"/>
    <dgm:cxn modelId="{0A458F3F-7D3E-44F7-92DC-074D7BE3B7BD}" type="presOf" srcId="{E64A0386-6016-4DF2-A884-2D94E81D3B1B}" destId="{218EDABE-0297-466F-8456-B6A1593E5824}" srcOrd="0" destOrd="0" presId="urn:microsoft.com/office/officeart/2005/8/layout/hList9"/>
    <dgm:cxn modelId="{FB10385D-4A6B-4BA7-9FB2-30212C28BEC0}" type="presOf" srcId="{06F53428-9391-49E1-915F-8F9D12D5860A}" destId="{68766ECA-BF3D-492D-8C77-C91AF2763790}" srcOrd="0" destOrd="0" presId="urn:microsoft.com/office/officeart/2005/8/layout/hList9"/>
    <dgm:cxn modelId="{BAB89241-650A-45ED-8229-67AB82205E47}" srcId="{E1C5ED13-9DA3-42FE-87F2-F3757CF63926}" destId="{164A17EB-4B8D-40FF-8F28-463CE35AFC15}" srcOrd="3" destOrd="0" parTransId="{BBFDC9C7-0640-4CF1-8FC2-98DB72CFE57B}" sibTransId="{A5BAC0C1-69F2-4A42-AD2A-88BD9E7A811A}"/>
    <dgm:cxn modelId="{287E8165-F08D-4BC5-9665-B68F35061312}" srcId="{39F2A2CD-D50B-4527-83F9-4B28328BB559}" destId="{36CCE19B-3FAA-4BCB-9794-8C34DF92F5AB}" srcOrd="2" destOrd="0" parTransId="{24DBE4A9-4064-4E18-AD87-DADE45B2FAAA}" sibTransId="{C2A39C86-39E7-4EC4-9161-1FA36CD871FE}"/>
    <dgm:cxn modelId="{6EA10467-71CF-4797-8A07-B38D9FDD7F5F}" type="presOf" srcId="{328F5597-6D65-4266-82D1-83935F0A9C4C}" destId="{FBF08D56-8B43-41EE-A518-A0AF6CD2D457}" srcOrd="1" destOrd="0" presId="urn:microsoft.com/office/officeart/2005/8/layout/hList9"/>
    <dgm:cxn modelId="{87396B47-C804-4CEE-ACDC-D394099A0C7A}" srcId="{F6C24C5D-9AA8-4339-ABB0-037A1C037CD8}" destId="{C9EE44D4-A20E-47FD-A8AF-A3DB869AF55F}" srcOrd="0" destOrd="0" parTransId="{5FA11811-8B0D-4426-A152-D40B630DCC97}" sibTransId="{EA5CB624-35CD-4752-9106-4754E1FC01B9}"/>
    <dgm:cxn modelId="{21398367-9B97-409A-80D1-3FC686BA6833}" type="presOf" srcId="{3276AB0A-CCB1-4149-8FF2-D716E3CE93BC}" destId="{B382B272-1F15-47ED-87FD-2D2F1BE61FFA}" srcOrd="1" destOrd="0" presId="urn:microsoft.com/office/officeart/2005/8/layout/hList9"/>
    <dgm:cxn modelId="{D834974B-F7B0-44AE-84C3-71FDD01CB298}" type="presOf" srcId="{164A17EB-4B8D-40FF-8F28-463CE35AFC15}" destId="{98917D77-DA0E-40E4-9286-9D5A3673AD14}" srcOrd="1" destOrd="0" presId="urn:microsoft.com/office/officeart/2005/8/layout/hList9"/>
    <dgm:cxn modelId="{FD2D064C-8901-4841-B530-FB6193E0ADD7}" type="presOf" srcId="{2170B23D-04B7-4AF5-B7B7-6BDDFEE2F98C}" destId="{BA63CE11-CA3C-44D3-A3C4-CA05D64B1B83}" srcOrd="0" destOrd="0" presId="urn:microsoft.com/office/officeart/2005/8/layout/hList9"/>
    <dgm:cxn modelId="{47469350-CA93-4492-B527-DE39696E46A8}" type="presOf" srcId="{C9EE44D4-A20E-47FD-A8AF-A3DB869AF55F}" destId="{D670243E-47E2-43C4-8B18-6BDDAD1BD2FA}" srcOrd="1" destOrd="0" presId="urn:microsoft.com/office/officeart/2005/8/layout/hList9"/>
    <dgm:cxn modelId="{E16F9F71-D94E-4836-A83E-A49C6B0B7617}" type="presOf" srcId="{E67D5FB8-981B-4941-9EAE-F5AA677275E1}" destId="{35329957-EEE4-4888-BE6A-F5FD1F06E123}" srcOrd="0" destOrd="0" presId="urn:microsoft.com/office/officeart/2005/8/layout/hList9"/>
    <dgm:cxn modelId="{EBD5B772-0415-45E8-BEBE-C3341E1B766C}" type="presOf" srcId="{DEDA2F02-6A65-4E7F-A29A-F231812DAA40}" destId="{BE33C238-FE06-403F-B9BD-3F62CFAEED27}" srcOrd="0" destOrd="0" presId="urn:microsoft.com/office/officeart/2005/8/layout/hList9"/>
    <dgm:cxn modelId="{2FC8D554-FDA5-4AF8-896C-9256314A60D9}" type="presOf" srcId="{36CCE19B-3FAA-4BCB-9794-8C34DF92F5AB}" destId="{AB02D460-CBBE-4E04-A588-6B76F297844A}" srcOrd="0" destOrd="0" presId="urn:microsoft.com/office/officeart/2005/8/layout/hList9"/>
    <dgm:cxn modelId="{536C8B56-B794-40A7-A118-C098FA95240F}" srcId="{39F2A2CD-D50B-4527-83F9-4B28328BB559}" destId="{E64A0386-6016-4DF2-A884-2D94E81D3B1B}" srcOrd="0" destOrd="0" parTransId="{C3402783-64C6-4D50-87E3-7272703B17A0}" sibTransId="{77B1533D-2BD0-416D-8071-172F148E18DB}"/>
    <dgm:cxn modelId="{EE9E2F5A-C022-43E3-B8E6-D35CCE117288}" srcId="{F6C24C5D-9AA8-4339-ABB0-037A1C037CD8}" destId="{8F8C9E3B-08E2-4116-99A9-5C882123BD1C}" srcOrd="3" destOrd="0" parTransId="{F1381935-92CF-4FE6-8D47-1B0CC74297CE}" sibTransId="{2D368EC0-D9FD-4A49-BECC-960DED53020B}"/>
    <dgm:cxn modelId="{C1803C5A-7740-4BE7-AC9D-991A6070818B}" type="presOf" srcId="{5001E9F2-6371-4E8E-82D3-CB6E0ADDCCE9}" destId="{AE68AAD9-11BF-4436-89B4-7822438E5B2E}" srcOrd="0" destOrd="0" presId="urn:microsoft.com/office/officeart/2005/8/layout/hList9"/>
    <dgm:cxn modelId="{E2D1507A-C8BD-4DC7-930C-06941C62C045}" type="presOf" srcId="{73755711-CCED-438B-8AEC-16C92BA57934}" destId="{59D6206F-9703-4970-AED0-B2FF38486C4B}" srcOrd="0" destOrd="0" presId="urn:microsoft.com/office/officeart/2005/8/layout/hList9"/>
    <dgm:cxn modelId="{50AB257C-D159-4D9B-8869-921F174801A4}" srcId="{E1C5ED13-9DA3-42FE-87F2-F3757CF63926}" destId="{5001E9F2-6371-4E8E-82D3-CB6E0ADDCCE9}" srcOrd="2" destOrd="0" parTransId="{161C3596-B7C5-4513-B7EE-BED3D1BEBCFD}" sibTransId="{1BE7B249-4A26-4C50-9A64-14B97A9A3A88}"/>
    <dgm:cxn modelId="{0EF29F7E-03F2-47B3-8D87-0630318BD708}" type="presOf" srcId="{C8921A8D-1BCB-4D22-B8D3-5247A3E7CB1B}" destId="{12F186C8-29BD-4622-AB64-5F4046D150E3}" srcOrd="1" destOrd="0" presId="urn:microsoft.com/office/officeart/2005/8/layout/hList9"/>
    <dgm:cxn modelId="{410E0782-B991-4633-B11D-E9356A64070A}" srcId="{E67D5FB8-981B-4941-9EAE-F5AA677275E1}" destId="{E1C5ED13-9DA3-42FE-87F2-F3757CF63926}" srcOrd="1" destOrd="0" parTransId="{9203DC42-776B-4499-B27B-3D72C56DCBBC}" sibTransId="{A1A2440D-CA3C-449D-93C7-CD6521B770B9}"/>
    <dgm:cxn modelId="{6634DF84-F87B-4E1D-93EB-460049B5C0EB}" srcId="{444AF05A-5B8B-4E3F-AC8E-3E51CE9D2597}" destId="{3276AB0A-CCB1-4149-8FF2-D716E3CE93BC}" srcOrd="1" destOrd="0" parTransId="{D71E5FC0-557C-4F1D-8AB7-35D5EE6EB06E}" sibTransId="{08218025-8647-4F9A-B3AC-A6C04AC97F97}"/>
    <dgm:cxn modelId="{56F48285-4AB9-47D6-B0FB-7CC1512D13E5}" type="presOf" srcId="{B27E97FB-6C39-45B6-BE3D-269AE2853CA8}" destId="{79E68F81-2884-431E-B73E-614F5EE0B32C}" srcOrd="0" destOrd="0" presId="urn:microsoft.com/office/officeart/2005/8/layout/hList9"/>
    <dgm:cxn modelId="{B73CA68A-010F-4610-8D21-D79FD75D0BFD}" type="presOf" srcId="{C9EE44D4-A20E-47FD-A8AF-A3DB869AF55F}" destId="{54199AC3-E081-40CE-958B-8F24CD64EF54}" srcOrd="0" destOrd="0" presId="urn:microsoft.com/office/officeart/2005/8/layout/hList9"/>
    <dgm:cxn modelId="{EA3AEF8D-731F-4196-AA50-CA46382B3DE6}" type="presOf" srcId="{164A17EB-4B8D-40FF-8F28-463CE35AFC15}" destId="{7A677BC8-A67B-4330-A51F-58AF0069D1E2}" srcOrd="0" destOrd="0" presId="urn:microsoft.com/office/officeart/2005/8/layout/hList9"/>
    <dgm:cxn modelId="{F9502190-07A2-499F-9607-12FBF11B5706}" type="presOf" srcId="{39F2A2CD-D50B-4527-83F9-4B28328BB559}" destId="{15E8D641-871B-4A69-A9D1-1A0CC19F23E5}" srcOrd="0" destOrd="0" presId="urn:microsoft.com/office/officeart/2005/8/layout/hList9"/>
    <dgm:cxn modelId="{833DA399-9CD4-4E6A-BE28-B301309A5653}" type="presOf" srcId="{A7A58D25-5295-4A42-91C6-850DE962B0D8}" destId="{2ACBB80E-E76E-4EF3-ADA3-CE071F57B2EB}" srcOrd="0" destOrd="0" presId="urn:microsoft.com/office/officeart/2005/8/layout/hList9"/>
    <dgm:cxn modelId="{40F6879D-E5A3-43C8-B555-AE21F9B94248}" type="presOf" srcId="{328F5597-6D65-4266-82D1-83935F0A9C4C}" destId="{ABD26072-B24F-4604-92A9-DA368B47B635}" srcOrd="0" destOrd="0" presId="urn:microsoft.com/office/officeart/2005/8/layout/hList9"/>
    <dgm:cxn modelId="{123701A3-56E7-4CD8-BAA8-B61010029978}" srcId="{39F2A2CD-D50B-4527-83F9-4B28328BB559}" destId="{B27E97FB-6C39-45B6-BE3D-269AE2853CA8}" srcOrd="3" destOrd="0" parTransId="{C6C706B3-00EF-4A58-A739-765318293870}" sibTransId="{E258A72C-28E6-414D-B156-9D6A0179164E}"/>
    <dgm:cxn modelId="{29A54FAE-80A1-4681-A0E2-B926E1063F05}" type="presOf" srcId="{8F8C9E3B-08E2-4116-99A9-5C882123BD1C}" destId="{D57B2E08-A477-46D3-A646-448B9F15A556}" srcOrd="0" destOrd="0" presId="urn:microsoft.com/office/officeart/2005/8/layout/hList9"/>
    <dgm:cxn modelId="{9038A8B4-CD26-4650-B08F-99FD1A12F5E5}" srcId="{444AF05A-5B8B-4E3F-AC8E-3E51CE9D2597}" destId="{C8921A8D-1BCB-4D22-B8D3-5247A3E7CB1B}" srcOrd="0" destOrd="0" parTransId="{2E19B482-D61B-41EF-BF20-C55EAAADE808}" sibTransId="{1D9C3D2B-CC12-4775-B41C-A62739743C1B}"/>
    <dgm:cxn modelId="{49E14CB8-F010-4553-B8E7-952D0D5FE6C4}" type="presOf" srcId="{444AF05A-5B8B-4E3F-AC8E-3E51CE9D2597}" destId="{1EE300FD-D26A-4531-9D9E-27B556D9277E}" srcOrd="0" destOrd="0" presId="urn:microsoft.com/office/officeart/2005/8/layout/hList9"/>
    <dgm:cxn modelId="{287B83BC-8BEE-4ACA-B850-5D6818025597}" type="presOf" srcId="{73755711-CCED-438B-8AEC-16C92BA57934}" destId="{4B6A4542-232F-41E7-87EB-01787AAAC001}" srcOrd="1" destOrd="0" presId="urn:microsoft.com/office/officeart/2005/8/layout/hList9"/>
    <dgm:cxn modelId="{8A12ECBC-E73B-4434-949B-C36BBAFE9791}" srcId="{F6C24C5D-9AA8-4339-ABB0-037A1C037CD8}" destId="{2170B23D-04B7-4AF5-B7B7-6BDDFEE2F98C}" srcOrd="2" destOrd="0" parTransId="{C1105004-4F27-49D6-82BA-816A1126E0F8}" sibTransId="{6D69CADF-D573-4121-92C2-74A5FB51DD17}"/>
    <dgm:cxn modelId="{1716A0C2-C536-487B-B780-D9BCC3882BB1}" srcId="{444AF05A-5B8B-4E3F-AC8E-3E51CE9D2597}" destId="{06F53428-9391-49E1-915F-8F9D12D5860A}" srcOrd="2" destOrd="0" parTransId="{1A714D7D-3C1A-48EE-B471-6D91CC08A03C}" sibTransId="{2D1B5551-B443-4B27-B345-8C1B8BE7CA25}"/>
    <dgm:cxn modelId="{9636D3C7-D8E6-4FC1-8D60-ECAA36B9B23C}" type="presOf" srcId="{8F8C9E3B-08E2-4116-99A9-5C882123BD1C}" destId="{42EAB3EB-60AF-4A6A-A1DD-C8E2EDDB1B3D}" srcOrd="1" destOrd="0" presId="urn:microsoft.com/office/officeart/2005/8/layout/hList9"/>
    <dgm:cxn modelId="{4B317ECA-F34E-4F1A-9C14-60B4DABD4BE6}" type="presOf" srcId="{E1C5ED13-9DA3-42FE-87F2-F3757CF63926}" destId="{1E166987-61D1-4062-BC10-4A971AFA48BB}" srcOrd="0" destOrd="0" presId="urn:microsoft.com/office/officeart/2005/8/layout/hList9"/>
    <dgm:cxn modelId="{35C43BCB-589A-4C0C-8FFE-069455EA3279}" srcId="{E1C5ED13-9DA3-42FE-87F2-F3757CF63926}" destId="{A083D0F7-B456-4672-904D-583DDF66D874}" srcOrd="1" destOrd="0" parTransId="{022085AA-FD68-4F4C-B97F-80A4B53DD7F4}" sibTransId="{A4141BE2-E778-4ECC-B240-D602FE24474A}"/>
    <dgm:cxn modelId="{23ED5ECC-5F78-4BEC-B8B9-4040D7095FD1}" srcId="{39F2A2CD-D50B-4527-83F9-4B28328BB559}" destId="{73755711-CCED-438B-8AEC-16C92BA57934}" srcOrd="1" destOrd="0" parTransId="{E7FA1A7E-C719-4921-8D10-16741BEC4D98}" sibTransId="{8B144CD9-A50B-4D21-B8F6-42F67833D7F5}"/>
    <dgm:cxn modelId="{398BA2CD-4478-4464-9571-42692F518DA4}" srcId="{E1C5ED13-9DA3-42FE-87F2-F3757CF63926}" destId="{A7A58D25-5295-4A42-91C6-850DE962B0D8}" srcOrd="0" destOrd="0" parTransId="{4DB0744D-D890-44FF-B813-3FFEE8C018AE}" sibTransId="{D8A4A15D-48F7-45B5-B841-09DD9FCBF227}"/>
    <dgm:cxn modelId="{84614FD4-AD63-4DEC-B3EB-E352D3E491C8}" srcId="{F6C24C5D-9AA8-4339-ABB0-037A1C037CD8}" destId="{DEDA2F02-6A65-4E7F-A29A-F231812DAA40}" srcOrd="1" destOrd="0" parTransId="{644B3ECB-35CC-4C02-B885-CB24D1FF00AD}" sibTransId="{961689CF-5078-4353-86D2-1A94703CCB51}"/>
    <dgm:cxn modelId="{293C87D5-917F-407B-8201-10A4AE882E38}" type="presOf" srcId="{A7A58D25-5295-4A42-91C6-850DE962B0D8}" destId="{15A200BE-EE53-4947-93E5-E38070BE58C2}" srcOrd="1" destOrd="0" presId="urn:microsoft.com/office/officeart/2005/8/layout/hList9"/>
    <dgm:cxn modelId="{9AE210D8-4BEF-407B-81C2-936FD000A66F}" type="presOf" srcId="{E64A0386-6016-4DF2-A884-2D94E81D3B1B}" destId="{24AA4488-1D95-47CA-B726-7909D7836D88}" srcOrd="1" destOrd="0" presId="urn:microsoft.com/office/officeart/2005/8/layout/hList9"/>
    <dgm:cxn modelId="{CA534CD8-A137-460C-AEFA-2A45BE143E94}" type="presOf" srcId="{C8921A8D-1BCB-4D22-B8D3-5247A3E7CB1B}" destId="{FA963D4B-11AF-4DF4-98D1-E64DBB446C8D}" srcOrd="0" destOrd="0" presId="urn:microsoft.com/office/officeart/2005/8/layout/hList9"/>
    <dgm:cxn modelId="{94D8A7DA-A999-4AF7-9C24-03C997F2A8FA}" type="presOf" srcId="{B27E97FB-6C39-45B6-BE3D-269AE2853CA8}" destId="{803E96DA-7744-4732-85FA-0487473EB396}" srcOrd="1" destOrd="0" presId="urn:microsoft.com/office/officeart/2005/8/layout/hList9"/>
    <dgm:cxn modelId="{95B62BE2-B095-470A-9481-23870AB45411}" type="presOf" srcId="{F6C24C5D-9AA8-4339-ABB0-037A1C037CD8}" destId="{F15A4B9B-52FB-4781-917E-9E1E774D2F78}" srcOrd="0" destOrd="0" presId="urn:microsoft.com/office/officeart/2005/8/layout/hList9"/>
    <dgm:cxn modelId="{44905CF0-1662-4228-A1DC-4B9D3A648A40}" type="presOf" srcId="{36CCE19B-3FAA-4BCB-9794-8C34DF92F5AB}" destId="{14A42451-B4BB-49DF-AF20-2F59ACC655CB}" srcOrd="1" destOrd="0" presId="urn:microsoft.com/office/officeart/2005/8/layout/hList9"/>
    <dgm:cxn modelId="{45E9ECF6-13B2-418E-872B-A65D788CA399}" type="presOf" srcId="{DEDA2F02-6A65-4E7F-A29A-F231812DAA40}" destId="{AD5374EC-F6C4-4DB7-8CF7-E39414280F06}" srcOrd="1" destOrd="0" presId="urn:microsoft.com/office/officeart/2005/8/layout/hList9"/>
    <dgm:cxn modelId="{E94CAAF7-F71C-4B65-9694-6035A3624D15}" srcId="{E67D5FB8-981B-4941-9EAE-F5AA677275E1}" destId="{39F2A2CD-D50B-4527-83F9-4B28328BB559}" srcOrd="3" destOrd="0" parTransId="{281CDF42-ECC1-476C-BE0C-B4A97B91A998}" sibTransId="{A0968214-2305-40D3-9268-9FC3A8350583}"/>
    <dgm:cxn modelId="{674C06F8-BD92-4979-82D5-704BF6F71B70}" type="presOf" srcId="{A083D0F7-B456-4672-904D-583DDF66D874}" destId="{BA13BA78-F0D5-4800-8271-38B39AD2C99B}" srcOrd="0" destOrd="0" presId="urn:microsoft.com/office/officeart/2005/8/layout/hList9"/>
    <dgm:cxn modelId="{01FC5F35-7227-43E1-91E1-73C0DD573B81}" type="presParOf" srcId="{35329957-EEE4-4888-BE6A-F5FD1F06E123}" destId="{4F969915-FCCD-4C8C-AE93-43D352403976}" srcOrd="0" destOrd="0" presId="urn:microsoft.com/office/officeart/2005/8/layout/hList9"/>
    <dgm:cxn modelId="{FC0122C8-916D-45E0-848B-3F00EB15D4B0}" type="presParOf" srcId="{35329957-EEE4-4888-BE6A-F5FD1F06E123}" destId="{E3DAB3B2-7F0D-42A9-929C-D35A38847295}" srcOrd="1" destOrd="0" presId="urn:microsoft.com/office/officeart/2005/8/layout/hList9"/>
    <dgm:cxn modelId="{26740DD2-2FFC-44A0-BC5D-6E67F4731E82}" type="presParOf" srcId="{E3DAB3B2-7F0D-42A9-929C-D35A38847295}" destId="{717E0A89-8195-46CF-ACCC-C4B23AF6BF0D}" srcOrd="0" destOrd="0" presId="urn:microsoft.com/office/officeart/2005/8/layout/hList9"/>
    <dgm:cxn modelId="{960CAF0C-F9A5-4D2A-8B34-6D1E1658507F}" type="presParOf" srcId="{E3DAB3B2-7F0D-42A9-929C-D35A38847295}" destId="{512CE531-F83B-4E3E-9CFF-F1880085D1E3}" srcOrd="1" destOrd="0" presId="urn:microsoft.com/office/officeart/2005/8/layout/hList9"/>
    <dgm:cxn modelId="{B58E6FFC-429A-4D9E-A4EF-512372C88ECB}" type="presParOf" srcId="{512CE531-F83B-4E3E-9CFF-F1880085D1E3}" destId="{54199AC3-E081-40CE-958B-8F24CD64EF54}" srcOrd="0" destOrd="0" presId="urn:microsoft.com/office/officeart/2005/8/layout/hList9"/>
    <dgm:cxn modelId="{96FEC177-961B-404B-8802-3799EE6BFF28}" type="presParOf" srcId="{512CE531-F83B-4E3E-9CFF-F1880085D1E3}" destId="{D670243E-47E2-43C4-8B18-6BDDAD1BD2FA}" srcOrd="1" destOrd="0" presId="urn:microsoft.com/office/officeart/2005/8/layout/hList9"/>
    <dgm:cxn modelId="{2F165999-C26C-490E-9827-B53A90E8333F}" type="presParOf" srcId="{E3DAB3B2-7F0D-42A9-929C-D35A38847295}" destId="{740C8B25-C7D3-4E25-A840-356BEA35C8BD}" srcOrd="2" destOrd="0" presId="urn:microsoft.com/office/officeart/2005/8/layout/hList9"/>
    <dgm:cxn modelId="{A8C57C6E-C4BE-40E0-8276-503DAEBDC7DA}" type="presParOf" srcId="{740C8B25-C7D3-4E25-A840-356BEA35C8BD}" destId="{BE33C238-FE06-403F-B9BD-3F62CFAEED27}" srcOrd="0" destOrd="0" presId="urn:microsoft.com/office/officeart/2005/8/layout/hList9"/>
    <dgm:cxn modelId="{ACD517E3-FD51-4F6F-B0F7-C3016CA960B3}" type="presParOf" srcId="{740C8B25-C7D3-4E25-A840-356BEA35C8BD}" destId="{AD5374EC-F6C4-4DB7-8CF7-E39414280F06}" srcOrd="1" destOrd="0" presId="urn:microsoft.com/office/officeart/2005/8/layout/hList9"/>
    <dgm:cxn modelId="{B0E98BA5-E844-49A5-8991-6C0C403AADE9}" type="presParOf" srcId="{E3DAB3B2-7F0D-42A9-929C-D35A38847295}" destId="{56E116C5-ED35-469F-B039-0E7A55AD6F63}" srcOrd="3" destOrd="0" presId="urn:microsoft.com/office/officeart/2005/8/layout/hList9"/>
    <dgm:cxn modelId="{F7CF71AB-04DF-43A5-8C08-BEDE5895F96A}" type="presParOf" srcId="{56E116C5-ED35-469F-B039-0E7A55AD6F63}" destId="{BA63CE11-CA3C-44D3-A3C4-CA05D64B1B83}" srcOrd="0" destOrd="0" presId="urn:microsoft.com/office/officeart/2005/8/layout/hList9"/>
    <dgm:cxn modelId="{2D15981B-52AB-4F48-8F06-68AF03B7B107}" type="presParOf" srcId="{56E116C5-ED35-469F-B039-0E7A55AD6F63}" destId="{362C4D88-811E-45A4-84C3-ED4805131BD8}" srcOrd="1" destOrd="0" presId="urn:microsoft.com/office/officeart/2005/8/layout/hList9"/>
    <dgm:cxn modelId="{AD73686B-03AD-4BD1-BD06-BAACF1CF983F}" type="presParOf" srcId="{E3DAB3B2-7F0D-42A9-929C-D35A38847295}" destId="{ACE7A2AC-9E32-4658-8D72-26DF857C408A}" srcOrd="4" destOrd="0" presId="urn:microsoft.com/office/officeart/2005/8/layout/hList9"/>
    <dgm:cxn modelId="{0133E5C1-B61F-4435-9B73-1D596622074E}" type="presParOf" srcId="{ACE7A2AC-9E32-4658-8D72-26DF857C408A}" destId="{D57B2E08-A477-46D3-A646-448B9F15A556}" srcOrd="0" destOrd="0" presId="urn:microsoft.com/office/officeart/2005/8/layout/hList9"/>
    <dgm:cxn modelId="{5E74B408-9301-42EF-96CD-AF6AF6465B2A}" type="presParOf" srcId="{ACE7A2AC-9E32-4658-8D72-26DF857C408A}" destId="{42EAB3EB-60AF-4A6A-A1DD-C8E2EDDB1B3D}" srcOrd="1" destOrd="0" presId="urn:microsoft.com/office/officeart/2005/8/layout/hList9"/>
    <dgm:cxn modelId="{651269B4-8E2C-4ACB-BD6F-2D5678A72545}" type="presParOf" srcId="{35329957-EEE4-4888-BE6A-F5FD1F06E123}" destId="{A21DE843-C00E-4B68-9516-90FCC2D4D05B}" srcOrd="2" destOrd="0" presId="urn:microsoft.com/office/officeart/2005/8/layout/hList9"/>
    <dgm:cxn modelId="{059BB2F4-FDBB-4C25-A2BE-A20F2719A2C3}" type="presParOf" srcId="{35329957-EEE4-4888-BE6A-F5FD1F06E123}" destId="{F15A4B9B-52FB-4781-917E-9E1E774D2F78}" srcOrd="3" destOrd="0" presId="urn:microsoft.com/office/officeart/2005/8/layout/hList9"/>
    <dgm:cxn modelId="{F3B5C5CE-CB27-4E8F-B7C2-1BDC5AFD741A}" type="presParOf" srcId="{35329957-EEE4-4888-BE6A-F5FD1F06E123}" destId="{6E13119B-73B0-4D74-8781-74176C241235}" srcOrd="4" destOrd="0" presId="urn:microsoft.com/office/officeart/2005/8/layout/hList9"/>
    <dgm:cxn modelId="{D76DA952-0EC0-4A74-8C1C-3460315EFF21}" type="presParOf" srcId="{35329957-EEE4-4888-BE6A-F5FD1F06E123}" destId="{540ED33C-30B5-4AC5-8A09-062F06C50950}" srcOrd="5" destOrd="0" presId="urn:microsoft.com/office/officeart/2005/8/layout/hList9"/>
    <dgm:cxn modelId="{22D3B106-0CF7-49E7-88AE-ADF6B640EDB3}" type="presParOf" srcId="{35329957-EEE4-4888-BE6A-F5FD1F06E123}" destId="{7FB401C9-0206-4B27-98F1-0EC6FDE40F31}" srcOrd="6" destOrd="0" presId="urn:microsoft.com/office/officeart/2005/8/layout/hList9"/>
    <dgm:cxn modelId="{FF545AA1-47BF-412D-B587-69C5A22694A6}" type="presParOf" srcId="{7FB401C9-0206-4B27-98F1-0EC6FDE40F31}" destId="{68E83151-C8D4-4C7F-A2B3-3D9AE03AC028}" srcOrd="0" destOrd="0" presId="urn:microsoft.com/office/officeart/2005/8/layout/hList9"/>
    <dgm:cxn modelId="{F1E31DB8-FFBB-44E5-A293-BADE4BB2B6FD}" type="presParOf" srcId="{7FB401C9-0206-4B27-98F1-0EC6FDE40F31}" destId="{A3AABC38-D3D4-4B66-8586-E6CB0B560FCB}" srcOrd="1" destOrd="0" presId="urn:microsoft.com/office/officeart/2005/8/layout/hList9"/>
    <dgm:cxn modelId="{BFA8CE8D-A7E6-429C-AE4F-E87D5A6BFE8E}" type="presParOf" srcId="{A3AABC38-D3D4-4B66-8586-E6CB0B560FCB}" destId="{2ACBB80E-E76E-4EF3-ADA3-CE071F57B2EB}" srcOrd="0" destOrd="0" presId="urn:microsoft.com/office/officeart/2005/8/layout/hList9"/>
    <dgm:cxn modelId="{71BBCB6F-4F30-43F7-B7DA-0294FED3D727}" type="presParOf" srcId="{A3AABC38-D3D4-4B66-8586-E6CB0B560FCB}" destId="{15A200BE-EE53-4947-93E5-E38070BE58C2}" srcOrd="1" destOrd="0" presId="urn:microsoft.com/office/officeart/2005/8/layout/hList9"/>
    <dgm:cxn modelId="{28178459-4758-46A8-8D6D-F93BC3278BB0}" type="presParOf" srcId="{7FB401C9-0206-4B27-98F1-0EC6FDE40F31}" destId="{D3AFB67C-F57B-4B06-9C02-87A9564028D7}" srcOrd="2" destOrd="0" presId="urn:microsoft.com/office/officeart/2005/8/layout/hList9"/>
    <dgm:cxn modelId="{171BA316-35F5-4295-898F-F2A606AA137F}" type="presParOf" srcId="{D3AFB67C-F57B-4B06-9C02-87A9564028D7}" destId="{BA13BA78-F0D5-4800-8271-38B39AD2C99B}" srcOrd="0" destOrd="0" presId="urn:microsoft.com/office/officeart/2005/8/layout/hList9"/>
    <dgm:cxn modelId="{E15EF105-0768-4E20-94DF-425CF776DE08}" type="presParOf" srcId="{D3AFB67C-F57B-4B06-9C02-87A9564028D7}" destId="{AD444E85-FE9B-46CA-B976-EAA7714FDBE8}" srcOrd="1" destOrd="0" presId="urn:microsoft.com/office/officeart/2005/8/layout/hList9"/>
    <dgm:cxn modelId="{0130F212-0431-44AC-8680-96AA8A23B3BD}" type="presParOf" srcId="{7FB401C9-0206-4B27-98F1-0EC6FDE40F31}" destId="{EA746DD1-3610-44E5-A24A-45A73F3D0D31}" srcOrd="3" destOrd="0" presId="urn:microsoft.com/office/officeart/2005/8/layout/hList9"/>
    <dgm:cxn modelId="{1E6495AA-F96C-4730-9FDF-F266DC5BE278}" type="presParOf" srcId="{EA746DD1-3610-44E5-A24A-45A73F3D0D31}" destId="{AE68AAD9-11BF-4436-89B4-7822438E5B2E}" srcOrd="0" destOrd="0" presId="urn:microsoft.com/office/officeart/2005/8/layout/hList9"/>
    <dgm:cxn modelId="{B9A33800-0DD9-4116-A4CD-8B70B6213FBE}" type="presParOf" srcId="{EA746DD1-3610-44E5-A24A-45A73F3D0D31}" destId="{33B7834E-6D5D-43A6-8AD1-E54656592149}" srcOrd="1" destOrd="0" presId="urn:microsoft.com/office/officeart/2005/8/layout/hList9"/>
    <dgm:cxn modelId="{339F826A-9491-4963-B61A-32F303C1604F}" type="presParOf" srcId="{7FB401C9-0206-4B27-98F1-0EC6FDE40F31}" destId="{0E5B7BD6-22DA-4A31-B5E8-289A729CD2AD}" srcOrd="4" destOrd="0" presId="urn:microsoft.com/office/officeart/2005/8/layout/hList9"/>
    <dgm:cxn modelId="{8EC29120-50AB-49F1-8BBD-52C376477F4E}" type="presParOf" srcId="{0E5B7BD6-22DA-4A31-B5E8-289A729CD2AD}" destId="{7A677BC8-A67B-4330-A51F-58AF0069D1E2}" srcOrd="0" destOrd="0" presId="urn:microsoft.com/office/officeart/2005/8/layout/hList9"/>
    <dgm:cxn modelId="{44FAF3CB-EB8E-4950-BE80-649920C1A38C}" type="presParOf" srcId="{0E5B7BD6-22DA-4A31-B5E8-289A729CD2AD}" destId="{98917D77-DA0E-40E4-9286-9D5A3673AD14}" srcOrd="1" destOrd="0" presId="urn:microsoft.com/office/officeart/2005/8/layout/hList9"/>
    <dgm:cxn modelId="{5A7D98E1-CBA5-4588-AF6C-6729FE6021B3}" type="presParOf" srcId="{35329957-EEE4-4888-BE6A-F5FD1F06E123}" destId="{17F71B5B-2B3D-4125-BA2E-0C05C2701774}" srcOrd="7" destOrd="0" presId="urn:microsoft.com/office/officeart/2005/8/layout/hList9"/>
    <dgm:cxn modelId="{3D3F024E-8903-4117-8348-8AE2A61532DA}" type="presParOf" srcId="{35329957-EEE4-4888-BE6A-F5FD1F06E123}" destId="{1E166987-61D1-4062-BC10-4A971AFA48BB}" srcOrd="8" destOrd="0" presId="urn:microsoft.com/office/officeart/2005/8/layout/hList9"/>
    <dgm:cxn modelId="{63402333-BC23-4717-94B1-176CB27985FA}" type="presParOf" srcId="{35329957-EEE4-4888-BE6A-F5FD1F06E123}" destId="{48E29D24-77B4-4D19-A7C5-1184BD17971E}" srcOrd="9" destOrd="0" presId="urn:microsoft.com/office/officeart/2005/8/layout/hList9"/>
    <dgm:cxn modelId="{788AC79C-008E-41F1-8B6E-A2D09B416CE0}" type="presParOf" srcId="{35329957-EEE4-4888-BE6A-F5FD1F06E123}" destId="{C7A49C04-3A99-4564-939F-968FD35EE45E}" srcOrd="10" destOrd="0" presId="urn:microsoft.com/office/officeart/2005/8/layout/hList9"/>
    <dgm:cxn modelId="{9A073F9C-E844-4004-B295-5395B27EB877}" type="presParOf" srcId="{35329957-EEE4-4888-BE6A-F5FD1F06E123}" destId="{F0464FF1-026B-4A62-8F7C-BA1FCF7739A8}" srcOrd="11" destOrd="0" presId="urn:microsoft.com/office/officeart/2005/8/layout/hList9"/>
    <dgm:cxn modelId="{7BA92DB1-FBF4-4390-B650-C35769C56762}" type="presParOf" srcId="{F0464FF1-026B-4A62-8F7C-BA1FCF7739A8}" destId="{84735491-6FA5-4D85-8959-76A68676C152}" srcOrd="0" destOrd="0" presId="urn:microsoft.com/office/officeart/2005/8/layout/hList9"/>
    <dgm:cxn modelId="{89A66AAF-5829-4CAD-A366-EEA984EF10F2}" type="presParOf" srcId="{F0464FF1-026B-4A62-8F7C-BA1FCF7739A8}" destId="{AC5CA364-D625-489A-888F-E9AB2739D0D3}" srcOrd="1" destOrd="0" presId="urn:microsoft.com/office/officeart/2005/8/layout/hList9"/>
    <dgm:cxn modelId="{262FB247-2E86-4AE3-9F7F-C27341DA33FA}" type="presParOf" srcId="{AC5CA364-D625-489A-888F-E9AB2739D0D3}" destId="{FA963D4B-11AF-4DF4-98D1-E64DBB446C8D}" srcOrd="0" destOrd="0" presId="urn:microsoft.com/office/officeart/2005/8/layout/hList9"/>
    <dgm:cxn modelId="{1812952F-7DB1-418D-BCAF-F925DCC1F82F}" type="presParOf" srcId="{AC5CA364-D625-489A-888F-E9AB2739D0D3}" destId="{12F186C8-29BD-4622-AB64-5F4046D150E3}" srcOrd="1" destOrd="0" presId="urn:microsoft.com/office/officeart/2005/8/layout/hList9"/>
    <dgm:cxn modelId="{B10EEBE7-6693-417D-8321-7C5BCB7EB7C6}" type="presParOf" srcId="{F0464FF1-026B-4A62-8F7C-BA1FCF7739A8}" destId="{4C4466AD-766D-4071-89A7-D7FD3DE16E7D}" srcOrd="2" destOrd="0" presId="urn:microsoft.com/office/officeart/2005/8/layout/hList9"/>
    <dgm:cxn modelId="{8CAB3410-DA0D-41D8-99C8-56FEFEB150A9}" type="presParOf" srcId="{4C4466AD-766D-4071-89A7-D7FD3DE16E7D}" destId="{E2920B92-1C8E-434A-BA5A-0E71BCC80DE9}" srcOrd="0" destOrd="0" presId="urn:microsoft.com/office/officeart/2005/8/layout/hList9"/>
    <dgm:cxn modelId="{8FE482A6-176C-4615-A8F5-F01CEA782D67}" type="presParOf" srcId="{4C4466AD-766D-4071-89A7-D7FD3DE16E7D}" destId="{B382B272-1F15-47ED-87FD-2D2F1BE61FFA}" srcOrd="1" destOrd="0" presId="urn:microsoft.com/office/officeart/2005/8/layout/hList9"/>
    <dgm:cxn modelId="{73DF4559-0229-486A-ADFC-1273CE2796D2}" type="presParOf" srcId="{F0464FF1-026B-4A62-8F7C-BA1FCF7739A8}" destId="{E981F2EE-2B2A-4B27-B7C4-9FE7802E258E}" srcOrd="3" destOrd="0" presId="urn:microsoft.com/office/officeart/2005/8/layout/hList9"/>
    <dgm:cxn modelId="{88487304-736C-4EC2-8BF5-2A649DF552D2}" type="presParOf" srcId="{E981F2EE-2B2A-4B27-B7C4-9FE7802E258E}" destId="{68766ECA-BF3D-492D-8C77-C91AF2763790}" srcOrd="0" destOrd="0" presId="urn:microsoft.com/office/officeart/2005/8/layout/hList9"/>
    <dgm:cxn modelId="{82015829-DEFE-40BA-A24D-4A1FEADC18F8}" type="presParOf" srcId="{E981F2EE-2B2A-4B27-B7C4-9FE7802E258E}" destId="{09277504-8042-4E1A-83FA-FA47994A4A1B}" srcOrd="1" destOrd="0" presId="urn:microsoft.com/office/officeart/2005/8/layout/hList9"/>
    <dgm:cxn modelId="{A7B31E96-8A0A-4F9C-870E-767BC4B92D0B}" type="presParOf" srcId="{F0464FF1-026B-4A62-8F7C-BA1FCF7739A8}" destId="{90F94CB2-C003-4509-AEA9-9FC43D86B4B5}" srcOrd="4" destOrd="0" presId="urn:microsoft.com/office/officeart/2005/8/layout/hList9"/>
    <dgm:cxn modelId="{D12D5870-8364-4228-B08B-198932B94921}" type="presParOf" srcId="{90F94CB2-C003-4509-AEA9-9FC43D86B4B5}" destId="{ABD26072-B24F-4604-92A9-DA368B47B635}" srcOrd="0" destOrd="0" presId="urn:microsoft.com/office/officeart/2005/8/layout/hList9"/>
    <dgm:cxn modelId="{2635AE08-F094-4837-9B8B-2CC11F58F060}" type="presParOf" srcId="{90F94CB2-C003-4509-AEA9-9FC43D86B4B5}" destId="{FBF08D56-8B43-41EE-A518-A0AF6CD2D457}" srcOrd="1" destOrd="0" presId="urn:microsoft.com/office/officeart/2005/8/layout/hList9"/>
    <dgm:cxn modelId="{807FB52E-DB16-4428-ABE4-35E71B4E381D}" type="presParOf" srcId="{35329957-EEE4-4888-BE6A-F5FD1F06E123}" destId="{9318E4A2-684C-4F9B-BD0F-FC4C077A391B}" srcOrd="12" destOrd="0" presId="urn:microsoft.com/office/officeart/2005/8/layout/hList9"/>
    <dgm:cxn modelId="{85A403C8-615B-48BE-BC62-A191E1660B04}" type="presParOf" srcId="{35329957-EEE4-4888-BE6A-F5FD1F06E123}" destId="{1EE300FD-D26A-4531-9D9E-27B556D9277E}" srcOrd="13" destOrd="0" presId="urn:microsoft.com/office/officeart/2005/8/layout/hList9"/>
    <dgm:cxn modelId="{70239862-98F6-4CC4-97AA-0E4D03CE264B}" type="presParOf" srcId="{35329957-EEE4-4888-BE6A-F5FD1F06E123}" destId="{FD31D80D-A9D3-4978-A13C-FD6E674A9623}" srcOrd="14" destOrd="0" presId="urn:microsoft.com/office/officeart/2005/8/layout/hList9"/>
    <dgm:cxn modelId="{421612DE-CAC4-4FD6-BF0E-454F35D83B5B}" type="presParOf" srcId="{35329957-EEE4-4888-BE6A-F5FD1F06E123}" destId="{7A1B0B4A-536F-4E4D-B238-100B42D1E7B3}" srcOrd="15" destOrd="0" presId="urn:microsoft.com/office/officeart/2005/8/layout/hList9"/>
    <dgm:cxn modelId="{5B2B7ACB-F33B-43DE-BB14-1C9DD2C7F4DE}" type="presParOf" srcId="{35329957-EEE4-4888-BE6A-F5FD1F06E123}" destId="{382E9609-7F2B-4D43-BFB2-59544D022182}" srcOrd="16" destOrd="0" presId="urn:microsoft.com/office/officeart/2005/8/layout/hList9"/>
    <dgm:cxn modelId="{49554326-202D-465F-B34D-69817975B2FB}" type="presParOf" srcId="{382E9609-7F2B-4D43-BFB2-59544D022182}" destId="{6F18567A-6241-49EC-9626-48AA9B97B524}" srcOrd="0" destOrd="0" presId="urn:microsoft.com/office/officeart/2005/8/layout/hList9"/>
    <dgm:cxn modelId="{3927661B-0108-4EC1-B2EC-DFD7153B5E00}" type="presParOf" srcId="{382E9609-7F2B-4D43-BFB2-59544D022182}" destId="{B3BD6C62-BA26-44E9-B817-EBF8CEF48510}" srcOrd="1" destOrd="0" presId="urn:microsoft.com/office/officeart/2005/8/layout/hList9"/>
    <dgm:cxn modelId="{458B4006-62BD-48F4-926A-BDEC7EF21774}" type="presParOf" srcId="{B3BD6C62-BA26-44E9-B817-EBF8CEF48510}" destId="{218EDABE-0297-466F-8456-B6A1593E5824}" srcOrd="0" destOrd="0" presId="urn:microsoft.com/office/officeart/2005/8/layout/hList9"/>
    <dgm:cxn modelId="{9CB09C13-4907-4A57-9866-DF4AB4A44A17}" type="presParOf" srcId="{B3BD6C62-BA26-44E9-B817-EBF8CEF48510}" destId="{24AA4488-1D95-47CA-B726-7909D7836D88}" srcOrd="1" destOrd="0" presId="urn:microsoft.com/office/officeart/2005/8/layout/hList9"/>
    <dgm:cxn modelId="{5F3ABD2E-79F6-4463-9125-D2D51EDF8EA2}" type="presParOf" srcId="{382E9609-7F2B-4D43-BFB2-59544D022182}" destId="{EC151DA2-808F-4F3F-B2DE-1E234768055D}" srcOrd="2" destOrd="0" presId="urn:microsoft.com/office/officeart/2005/8/layout/hList9"/>
    <dgm:cxn modelId="{330D9055-E1E3-495A-BECE-B5B9E4300149}" type="presParOf" srcId="{EC151DA2-808F-4F3F-B2DE-1E234768055D}" destId="{59D6206F-9703-4970-AED0-B2FF38486C4B}" srcOrd="0" destOrd="0" presId="urn:microsoft.com/office/officeart/2005/8/layout/hList9"/>
    <dgm:cxn modelId="{E4C53F80-6572-431B-839A-C2CC338FB6DC}" type="presParOf" srcId="{EC151DA2-808F-4F3F-B2DE-1E234768055D}" destId="{4B6A4542-232F-41E7-87EB-01787AAAC001}" srcOrd="1" destOrd="0" presId="urn:microsoft.com/office/officeart/2005/8/layout/hList9"/>
    <dgm:cxn modelId="{F4ED3076-C6A3-4D98-AF82-38B3058E6D78}" type="presParOf" srcId="{382E9609-7F2B-4D43-BFB2-59544D022182}" destId="{93201052-4B1C-45F6-89DC-427F384BBEF8}" srcOrd="3" destOrd="0" presId="urn:microsoft.com/office/officeart/2005/8/layout/hList9"/>
    <dgm:cxn modelId="{71F6F48D-288A-4B16-9CB0-D8784F161EAE}" type="presParOf" srcId="{93201052-4B1C-45F6-89DC-427F384BBEF8}" destId="{AB02D460-CBBE-4E04-A588-6B76F297844A}" srcOrd="0" destOrd="0" presId="urn:microsoft.com/office/officeart/2005/8/layout/hList9"/>
    <dgm:cxn modelId="{0B5DEB82-55E2-4738-90F6-1DDFC623FC5A}" type="presParOf" srcId="{93201052-4B1C-45F6-89DC-427F384BBEF8}" destId="{14A42451-B4BB-49DF-AF20-2F59ACC655CB}" srcOrd="1" destOrd="0" presId="urn:microsoft.com/office/officeart/2005/8/layout/hList9"/>
    <dgm:cxn modelId="{1FBC703E-3590-4F50-ADD1-C7A218E54477}" type="presParOf" srcId="{382E9609-7F2B-4D43-BFB2-59544D022182}" destId="{0957B931-CC09-4C09-BAE6-2CDFABFF3095}" srcOrd="4" destOrd="0" presId="urn:microsoft.com/office/officeart/2005/8/layout/hList9"/>
    <dgm:cxn modelId="{A740202F-5080-4450-8D8F-C0979DD44FE3}" type="presParOf" srcId="{0957B931-CC09-4C09-BAE6-2CDFABFF3095}" destId="{79E68F81-2884-431E-B73E-614F5EE0B32C}" srcOrd="0" destOrd="0" presId="urn:microsoft.com/office/officeart/2005/8/layout/hList9"/>
    <dgm:cxn modelId="{7563B290-573E-4CE5-A16F-F3A637D55C03}" type="presParOf" srcId="{0957B931-CC09-4C09-BAE6-2CDFABFF3095}" destId="{803E96DA-7744-4732-85FA-0487473EB396}" srcOrd="1" destOrd="0" presId="urn:microsoft.com/office/officeart/2005/8/layout/hList9"/>
    <dgm:cxn modelId="{EE86F136-9768-42A6-9A76-FAA1D5CB9C15}" type="presParOf" srcId="{35329957-EEE4-4888-BE6A-F5FD1F06E123}" destId="{6EEE1315-F99E-47A9-877A-C03DD42C082C}" srcOrd="17" destOrd="0" presId="urn:microsoft.com/office/officeart/2005/8/layout/hList9"/>
    <dgm:cxn modelId="{EBADD1B9-76BA-4CA4-9EB7-2F76CD462909}" type="presParOf" srcId="{35329957-EEE4-4888-BE6A-F5FD1F06E123}" destId="{15E8D641-871B-4A69-A9D1-1A0CC19F23E5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99AC3-E081-40CE-958B-8F24CD64EF54}">
      <dsp:nvSpPr>
        <dsp:cNvPr id="0" name=""/>
        <dsp:cNvSpPr/>
      </dsp:nvSpPr>
      <dsp:spPr>
        <a:xfrm>
          <a:off x="1626060" y="387692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UI/UX Design</a:t>
          </a:r>
        </a:p>
      </dsp:txBody>
      <dsp:txXfrm>
        <a:off x="1857622" y="387692"/>
        <a:ext cx="1215702" cy="965325"/>
      </dsp:txXfrm>
    </dsp:sp>
    <dsp:sp modelId="{BE33C238-FE06-403F-B9BD-3F62CFAEED27}">
      <dsp:nvSpPr>
        <dsp:cNvPr id="0" name=""/>
        <dsp:cNvSpPr/>
      </dsp:nvSpPr>
      <dsp:spPr>
        <a:xfrm>
          <a:off x="1626060" y="1353017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AI Chat Assistant</a:t>
          </a:r>
        </a:p>
      </dsp:txBody>
      <dsp:txXfrm>
        <a:off x="1857622" y="1353017"/>
        <a:ext cx="1215702" cy="965325"/>
      </dsp:txXfrm>
    </dsp:sp>
    <dsp:sp modelId="{BA63CE11-CA3C-44D3-A3C4-CA05D64B1B83}">
      <dsp:nvSpPr>
        <dsp:cNvPr id="0" name=""/>
        <dsp:cNvSpPr/>
      </dsp:nvSpPr>
      <dsp:spPr>
        <a:xfrm>
          <a:off x="1626060" y="2318343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Financial Dashboard</a:t>
          </a:r>
        </a:p>
      </dsp:txBody>
      <dsp:txXfrm>
        <a:off x="1857622" y="2318343"/>
        <a:ext cx="1215702" cy="965325"/>
      </dsp:txXfrm>
    </dsp:sp>
    <dsp:sp modelId="{D57B2E08-A477-46D3-A646-448B9F15A556}">
      <dsp:nvSpPr>
        <dsp:cNvPr id="0" name=""/>
        <dsp:cNvSpPr/>
      </dsp:nvSpPr>
      <dsp:spPr>
        <a:xfrm>
          <a:off x="1626060" y="3283668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Goal Planner</a:t>
          </a:r>
        </a:p>
      </dsp:txBody>
      <dsp:txXfrm>
        <a:off x="1857622" y="3283668"/>
        <a:ext cx="1215702" cy="965325"/>
      </dsp:txXfrm>
    </dsp:sp>
    <dsp:sp modelId="{F15A4B9B-52FB-4781-917E-9E1E774D2F78}">
      <dsp:nvSpPr>
        <dsp:cNvPr id="0" name=""/>
        <dsp:cNvSpPr/>
      </dsp:nvSpPr>
      <dsp:spPr>
        <a:xfrm>
          <a:off x="854185" y="1755"/>
          <a:ext cx="964842" cy="96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Phase 1  Prototype</a:t>
          </a:r>
          <a:r>
            <a:rPr lang="en-IN" sz="900" kern="1200" dirty="0"/>
            <a:t>💡</a:t>
          </a:r>
        </a:p>
      </dsp:txBody>
      <dsp:txXfrm>
        <a:off x="995483" y="143053"/>
        <a:ext cx="682246" cy="682246"/>
      </dsp:txXfrm>
    </dsp:sp>
    <dsp:sp modelId="{2ACBB80E-E76E-4EF3-ADA3-CE071F57B2EB}">
      <dsp:nvSpPr>
        <dsp:cNvPr id="0" name=""/>
        <dsp:cNvSpPr/>
      </dsp:nvSpPr>
      <dsp:spPr>
        <a:xfrm>
          <a:off x="4038167" y="387692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User Authentication</a:t>
          </a:r>
        </a:p>
      </dsp:txBody>
      <dsp:txXfrm>
        <a:off x="4269730" y="387692"/>
        <a:ext cx="1215702" cy="965325"/>
      </dsp:txXfrm>
    </dsp:sp>
    <dsp:sp modelId="{BA13BA78-F0D5-4800-8271-38B39AD2C99B}">
      <dsp:nvSpPr>
        <dsp:cNvPr id="0" name=""/>
        <dsp:cNvSpPr/>
      </dsp:nvSpPr>
      <dsp:spPr>
        <a:xfrm>
          <a:off x="4038167" y="1353017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Banking API Integration</a:t>
          </a:r>
        </a:p>
      </dsp:txBody>
      <dsp:txXfrm>
        <a:off x="4269730" y="1353017"/>
        <a:ext cx="1215702" cy="965325"/>
      </dsp:txXfrm>
    </dsp:sp>
    <dsp:sp modelId="{AE68AAD9-11BF-4436-89B4-7822438E5B2E}">
      <dsp:nvSpPr>
        <dsp:cNvPr id="0" name=""/>
        <dsp:cNvSpPr/>
      </dsp:nvSpPr>
      <dsp:spPr>
        <a:xfrm>
          <a:off x="4038167" y="2318343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AI Recommendations</a:t>
          </a:r>
        </a:p>
      </dsp:txBody>
      <dsp:txXfrm>
        <a:off x="4269730" y="2318343"/>
        <a:ext cx="1215702" cy="965325"/>
      </dsp:txXfrm>
    </dsp:sp>
    <dsp:sp modelId="{7A677BC8-A67B-4330-A51F-58AF0069D1E2}">
      <dsp:nvSpPr>
        <dsp:cNvPr id="0" name=""/>
        <dsp:cNvSpPr/>
      </dsp:nvSpPr>
      <dsp:spPr>
        <a:xfrm>
          <a:off x="4038167" y="3283668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Notifications</a:t>
          </a:r>
        </a:p>
      </dsp:txBody>
      <dsp:txXfrm>
        <a:off x="4269730" y="3283668"/>
        <a:ext cx="1215702" cy="965325"/>
      </dsp:txXfrm>
    </dsp:sp>
    <dsp:sp modelId="{1E166987-61D1-4062-BC10-4A971AFA48BB}">
      <dsp:nvSpPr>
        <dsp:cNvPr id="0" name=""/>
        <dsp:cNvSpPr/>
      </dsp:nvSpPr>
      <dsp:spPr>
        <a:xfrm>
          <a:off x="3266293" y="1755"/>
          <a:ext cx="964842" cy="96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Phase 2  MVP </a:t>
          </a:r>
          <a:r>
            <a:rPr lang="en-IN" sz="900" kern="1200" dirty="0"/>
            <a:t>⚙️</a:t>
          </a:r>
        </a:p>
      </dsp:txBody>
      <dsp:txXfrm>
        <a:off x="3407591" y="143053"/>
        <a:ext cx="682246" cy="682246"/>
      </dsp:txXfrm>
    </dsp:sp>
    <dsp:sp modelId="{FA963D4B-11AF-4DF4-98D1-E64DBB446C8D}">
      <dsp:nvSpPr>
        <dsp:cNvPr id="0" name=""/>
        <dsp:cNvSpPr/>
      </dsp:nvSpPr>
      <dsp:spPr>
        <a:xfrm>
          <a:off x="6450275" y="387692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Limited SBI Users</a:t>
          </a:r>
        </a:p>
      </dsp:txBody>
      <dsp:txXfrm>
        <a:off x="6681837" y="387692"/>
        <a:ext cx="1215702" cy="965325"/>
      </dsp:txXfrm>
    </dsp:sp>
    <dsp:sp modelId="{E2920B92-1C8E-434A-BA5A-0E71BCC80DE9}">
      <dsp:nvSpPr>
        <dsp:cNvPr id="0" name=""/>
        <dsp:cNvSpPr/>
      </dsp:nvSpPr>
      <dsp:spPr>
        <a:xfrm>
          <a:off x="6450275" y="1353017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Performance Testing</a:t>
          </a:r>
        </a:p>
      </dsp:txBody>
      <dsp:txXfrm>
        <a:off x="6681837" y="1353017"/>
        <a:ext cx="1215702" cy="965325"/>
      </dsp:txXfrm>
    </dsp:sp>
    <dsp:sp modelId="{68766ECA-BF3D-492D-8C77-C91AF2763790}">
      <dsp:nvSpPr>
        <dsp:cNvPr id="0" name=""/>
        <dsp:cNvSpPr/>
      </dsp:nvSpPr>
      <dsp:spPr>
        <a:xfrm>
          <a:off x="6450275" y="2318343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Feedback Collection</a:t>
          </a:r>
        </a:p>
      </dsp:txBody>
      <dsp:txXfrm>
        <a:off x="6681837" y="2318343"/>
        <a:ext cx="1215702" cy="965325"/>
      </dsp:txXfrm>
    </dsp:sp>
    <dsp:sp modelId="{ABD26072-B24F-4604-92A9-DA368B47B635}">
      <dsp:nvSpPr>
        <dsp:cNvPr id="0" name=""/>
        <dsp:cNvSpPr/>
      </dsp:nvSpPr>
      <dsp:spPr>
        <a:xfrm>
          <a:off x="6450275" y="3283668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Security Validation</a:t>
          </a:r>
        </a:p>
      </dsp:txBody>
      <dsp:txXfrm>
        <a:off x="6681837" y="3283668"/>
        <a:ext cx="1215702" cy="965325"/>
      </dsp:txXfrm>
    </dsp:sp>
    <dsp:sp modelId="{1EE300FD-D26A-4531-9D9E-27B556D9277E}">
      <dsp:nvSpPr>
        <dsp:cNvPr id="0" name=""/>
        <dsp:cNvSpPr/>
      </dsp:nvSpPr>
      <dsp:spPr>
        <a:xfrm>
          <a:off x="5678400" y="1755"/>
          <a:ext cx="964842" cy="96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Phase 3  Pilot </a:t>
          </a:r>
          <a:r>
            <a:rPr lang="en-IN" sz="900" kern="1200" dirty="0"/>
            <a:t>🏦</a:t>
          </a:r>
        </a:p>
      </dsp:txBody>
      <dsp:txXfrm>
        <a:off x="5819698" y="143053"/>
        <a:ext cx="682246" cy="682246"/>
      </dsp:txXfrm>
    </dsp:sp>
    <dsp:sp modelId="{218EDABE-0297-466F-8456-B6A1593E5824}">
      <dsp:nvSpPr>
        <dsp:cNvPr id="0" name=""/>
        <dsp:cNvSpPr/>
      </dsp:nvSpPr>
      <dsp:spPr>
        <a:xfrm>
          <a:off x="8862382" y="387692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Full SBI Deployment</a:t>
          </a:r>
        </a:p>
      </dsp:txBody>
      <dsp:txXfrm>
        <a:off x="9093944" y="387692"/>
        <a:ext cx="1215702" cy="965325"/>
      </dsp:txXfrm>
    </dsp:sp>
    <dsp:sp modelId="{59D6206F-9703-4970-AED0-B2FF38486C4B}">
      <dsp:nvSpPr>
        <dsp:cNvPr id="0" name=""/>
        <dsp:cNvSpPr/>
      </dsp:nvSpPr>
      <dsp:spPr>
        <a:xfrm>
          <a:off x="8862382" y="1353017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Continuous AI Learning</a:t>
          </a:r>
        </a:p>
      </dsp:txBody>
      <dsp:txXfrm>
        <a:off x="9093944" y="1353017"/>
        <a:ext cx="1215702" cy="965325"/>
      </dsp:txXfrm>
    </dsp:sp>
    <dsp:sp modelId="{AB02D460-CBBE-4E04-A588-6B76F297844A}">
      <dsp:nvSpPr>
        <dsp:cNvPr id="0" name=""/>
        <dsp:cNvSpPr/>
      </dsp:nvSpPr>
      <dsp:spPr>
        <a:xfrm>
          <a:off x="8862382" y="2318343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Product Expansion</a:t>
          </a:r>
        </a:p>
      </dsp:txBody>
      <dsp:txXfrm>
        <a:off x="9093944" y="2318343"/>
        <a:ext cx="1215702" cy="965325"/>
      </dsp:txXfrm>
    </dsp:sp>
    <dsp:sp modelId="{79E68F81-2884-431E-B73E-614F5EE0B32C}">
      <dsp:nvSpPr>
        <dsp:cNvPr id="0" name=""/>
        <dsp:cNvSpPr/>
      </dsp:nvSpPr>
      <dsp:spPr>
        <a:xfrm>
          <a:off x="8862382" y="3283668"/>
          <a:ext cx="1447264" cy="965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• Performance Monitoring</a:t>
          </a:r>
        </a:p>
      </dsp:txBody>
      <dsp:txXfrm>
        <a:off x="9093944" y="3283668"/>
        <a:ext cx="1215702" cy="965325"/>
      </dsp:txXfrm>
    </dsp:sp>
    <dsp:sp modelId="{15E8D641-871B-4A69-A9D1-1A0CC19F23E5}">
      <dsp:nvSpPr>
        <dsp:cNvPr id="0" name=""/>
        <dsp:cNvSpPr/>
      </dsp:nvSpPr>
      <dsp:spPr>
        <a:xfrm>
          <a:off x="8090508" y="1755"/>
          <a:ext cx="964842" cy="964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Phase 4  Production </a:t>
          </a:r>
          <a:r>
            <a:rPr lang="en-IN" sz="900" kern="1200" dirty="0"/>
            <a:t>🚀</a:t>
          </a:r>
        </a:p>
      </dsp:txBody>
      <dsp:txXfrm>
        <a:off x="8231806" y="143053"/>
        <a:ext cx="682246" cy="682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A204C-8BDC-4E02-BB7D-BC1D85622A6A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38B23-6EE9-4175-B596-4B58967DB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50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32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43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36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89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45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72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7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2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35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2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640897D-5354-4D7C-B170-676697C11979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3AF21F5-5CBE-4897-8948-BD996BD4FD1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245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56DBF0-34AD-8E09-E13B-93D2CC76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38200"/>
            <a:ext cx="11029616" cy="79317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solidFill>
                  <a:srgbClr val="005BAC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SBI </a:t>
            </a:r>
            <a:r>
              <a:rPr lang="en-IN" sz="4800" b="1" dirty="0" err="1">
                <a:solidFill>
                  <a:srgbClr val="005BAC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FinPilot</a:t>
            </a:r>
            <a:endParaRPr lang="en-IN" sz="4800" b="1" dirty="0">
              <a:solidFill>
                <a:srgbClr val="005BAC"/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A1A51B-8CB4-27EE-C8B4-53BBE33B4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974" y="2005445"/>
            <a:ext cx="10785762" cy="40143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Agentic AI Financial Life Companion</a:t>
            </a:r>
            <a:endParaRPr lang="en-IN" b="1" dirty="0">
              <a:solidFill>
                <a:srgbClr val="44444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A6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Empowering Every Customer with Intelligent Banking</a:t>
            </a:r>
          </a:p>
          <a:p>
            <a:pPr marL="0" indent="0" algn="ctr">
              <a:buNone/>
            </a:pPr>
            <a:endParaRPr lang="en-US" sz="2000" b="1" i="1" dirty="0">
              <a:solidFill>
                <a:srgbClr val="00A65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b="1" i="1" dirty="0">
              <a:solidFill>
                <a:srgbClr val="00A65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Theme: </a:t>
            </a:r>
            <a:r>
              <a:rPr lang="en-IN" sz="1800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Digital Engagement                                                                                                          </a:t>
            </a:r>
            <a:r>
              <a:rPr lang="en-IN" sz="1800" dirty="0">
                <a:solidFill>
                  <a:srgbClr val="005BAC"/>
                </a:solidFill>
              </a:rPr>
              <a:t> </a:t>
            </a:r>
            <a:endParaRPr lang="en-IN" sz="1800" dirty="0">
              <a:solidFill>
                <a:srgbClr val="005BA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86868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VISHAL R</a:t>
            </a:r>
          </a:p>
          <a:p>
            <a:pPr marL="0" indent="0">
              <a:buNone/>
            </a:pPr>
            <a:endParaRPr lang="en-IN" sz="1800" dirty="0">
              <a:solidFill>
                <a:srgbClr val="86868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AB5DD-CF98-B666-52DE-617658EA2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346" y="3276599"/>
            <a:ext cx="6487390" cy="31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26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2741-79B5-A1EA-A84D-7E75194D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532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  <a:endParaRPr lang="en-IN" sz="3200" dirty="0">
              <a:solidFill>
                <a:srgbClr val="005BA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1910F-DEA0-E57C-088B-F1FA1EB2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655" y="944880"/>
            <a:ext cx="10016835" cy="53035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Challenges in Today's Digital Banking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Banking apps are mostly reactive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Customers struggle with financial planning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Personalized guidance is limited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Digital banking features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are underutilized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Customers miss relevant financial opportunities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FEE419-84CE-38B9-1D16-521040B3184A}"/>
              </a:ext>
            </a:extLst>
          </p:cNvPr>
          <p:cNvSpPr/>
          <p:nvPr/>
        </p:nvSpPr>
        <p:spPr>
          <a:xfrm>
            <a:off x="2215958" y="4984865"/>
            <a:ext cx="7760084" cy="928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038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banking experiences are largely reactive.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038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Customers need proactive, personalized financial assistance.</a:t>
            </a:r>
            <a:endParaRPr lang="en-IN" dirty="0">
              <a:solidFill>
                <a:srgbClr val="20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28A7-4022-8DBB-B25A-92D136363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53440"/>
            <a:ext cx="11029616" cy="82296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Solution :</a:t>
            </a:r>
            <a:r>
              <a:rPr lang="en-IN" sz="4000" dirty="0">
                <a:latin typeface="Segoe UI" panose="020B0502040204020203" pitchFamily="34" charset="0"/>
                <a:cs typeface="Segoe UI" panose="020B0502040204020203" pitchFamily="34" charset="0"/>
              </a:rPr>
              <a:t> SBI </a:t>
            </a:r>
            <a:r>
              <a:rPr lang="en-IN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IN" sz="40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1D07-4125-70C1-3CAD-FBB9B13EB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6441"/>
            <a:ext cx="11029616" cy="371855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	An Agentic AI-powered financial companion that proactively helps customers manage money, achieve financial goals, and discover the right SBI services at the right time.</a:t>
            </a:r>
          </a:p>
          <a:p>
            <a:pPr marL="0" indent="0">
              <a:buNone/>
            </a:pP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Benefits</a:t>
            </a:r>
            <a:endParaRPr lang="en-IN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dirty="0">
                <a:solidFill>
                  <a:srgbClr val="00A6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🤖 AI Coach</a:t>
            </a:r>
          </a:p>
          <a:p>
            <a:r>
              <a:rPr lang="en-IN" dirty="0">
                <a:solidFill>
                  <a:srgbClr val="00A6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📊 Dashboard</a:t>
            </a:r>
          </a:p>
          <a:p>
            <a:r>
              <a:rPr lang="en-IN" dirty="0">
                <a:solidFill>
                  <a:srgbClr val="00A6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🎯 Goal Planner</a:t>
            </a:r>
          </a:p>
          <a:p>
            <a:r>
              <a:rPr lang="en-IN" dirty="0">
                <a:solidFill>
                  <a:srgbClr val="00A6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Recommendations</a:t>
            </a:r>
          </a:p>
          <a:p>
            <a:r>
              <a:rPr lang="en-IN" dirty="0">
                <a:solidFill>
                  <a:srgbClr val="00A6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🔔 Alerts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36560-5968-E09D-A3E6-BF9BA9FFBEA2}"/>
              </a:ext>
            </a:extLst>
          </p:cNvPr>
          <p:cNvSpPr txBox="1"/>
          <p:nvPr/>
        </p:nvSpPr>
        <p:spPr>
          <a:xfrm>
            <a:off x="7665720" y="2440365"/>
            <a:ext cx="3945088" cy="461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Customer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Financial Data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SBI </a:t>
            </a:r>
            <a:r>
              <a:rPr lang="en-IN" dirty="0" err="1"/>
              <a:t>FinPilot</a:t>
            </a:r>
            <a:r>
              <a:rPr lang="en-IN" dirty="0"/>
              <a:t> (Agentic AI)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├── Budget Planning</a:t>
            </a:r>
          </a:p>
          <a:p>
            <a:r>
              <a:rPr lang="en-IN" dirty="0"/>
              <a:t>      ├── Goal Tracking</a:t>
            </a:r>
          </a:p>
          <a:p>
            <a:r>
              <a:rPr lang="en-IN" dirty="0"/>
              <a:t>      ├── Smart Recommendations</a:t>
            </a:r>
          </a:p>
          <a:p>
            <a:r>
              <a:rPr lang="en-IN" dirty="0"/>
              <a:t>      ├── Product Suggestions</a:t>
            </a:r>
          </a:p>
          <a:p>
            <a:r>
              <a:rPr lang="en-IN" dirty="0"/>
              <a:t>      └── Smart Alerts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      ▼</a:t>
            </a:r>
          </a:p>
          <a:p>
            <a:r>
              <a:rPr lang="en-IN" dirty="0"/>
              <a:t>Better Financial Decisions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B7A4B-FE3D-79F5-359A-0DF02E52EAC5}"/>
              </a:ext>
            </a:extLst>
          </p:cNvPr>
          <p:cNvSpPr txBox="1"/>
          <p:nvPr/>
        </p:nvSpPr>
        <p:spPr>
          <a:xfrm>
            <a:off x="581192" y="5536794"/>
            <a:ext cx="6093928" cy="12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IN" dirty="0" err="1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transforms banking from reactive to proactive by providing intelligent, personalized financial assistance throughout the customer's journey.</a:t>
            </a:r>
          </a:p>
        </p:txBody>
      </p:sp>
    </p:spTree>
    <p:extLst>
      <p:ext uri="{BB962C8B-B14F-4D97-AF65-F5344CB8AC3E}">
        <p14:creationId xmlns:p14="http://schemas.microsoft.com/office/powerpoint/2010/main" val="393501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2E30-404C-DDB1-6885-5FB8DEB84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48457"/>
            <a:ext cx="11029616" cy="584776"/>
          </a:xfrm>
        </p:spPr>
        <p:txBody>
          <a:bodyPr/>
          <a:lstStyle/>
          <a:p>
            <a:r>
              <a:rPr lang="en-IN" b="1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FEATURES</a:t>
            </a:r>
            <a:endParaRPr lang="en-IN" dirty="0">
              <a:solidFill>
                <a:srgbClr val="005BA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A3FDC7-4A76-1035-0253-32B644588FFA}"/>
              </a:ext>
            </a:extLst>
          </p:cNvPr>
          <p:cNvSpPr/>
          <p:nvPr/>
        </p:nvSpPr>
        <p:spPr>
          <a:xfrm>
            <a:off x="581192" y="2081646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🤖 AI Financial Coach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Personalized financial guidance based on user goals and spending patterns.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FB02BE-ABC3-F370-50F9-F729161F0B76}"/>
              </a:ext>
            </a:extLst>
          </p:cNvPr>
          <p:cNvSpPr/>
          <p:nvPr/>
        </p:nvSpPr>
        <p:spPr>
          <a:xfrm>
            <a:off x="581192" y="4404134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💡 Smart Recommendations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Suggests suitable SBI products based on customer needs and life stage.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129459-4383-C167-4B3B-2A7B1879418C}"/>
              </a:ext>
            </a:extLst>
          </p:cNvPr>
          <p:cNvSpPr/>
          <p:nvPr/>
        </p:nvSpPr>
        <p:spPr>
          <a:xfrm>
            <a:off x="8662558" y="2040602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🎯 Goal Planner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Helps users save for education, travel, home, retirement, and emergencies.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96EB00F-2EAD-B12C-82EA-6451944E946D}"/>
              </a:ext>
            </a:extLst>
          </p:cNvPr>
          <p:cNvSpPr/>
          <p:nvPr/>
        </p:nvSpPr>
        <p:spPr>
          <a:xfrm>
            <a:off x="4621875" y="2040602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📊 Financial Health Dashboard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Tracks income, expenses, savings, and overall financial wellness.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54C7DD1-43DA-AE61-FE0B-6411D3EBDFA7}"/>
              </a:ext>
            </a:extLst>
          </p:cNvPr>
          <p:cNvSpPr/>
          <p:nvPr/>
        </p:nvSpPr>
        <p:spPr>
          <a:xfrm>
            <a:off x="8662558" y="4404133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🛡 Fraud Awareness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Detects unusual transaction patterns and provides safety guidance.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50B945D-9DFA-49B0-8FD4-FD13764CD423}"/>
              </a:ext>
            </a:extLst>
          </p:cNvPr>
          <p:cNvSpPr/>
          <p:nvPr/>
        </p:nvSpPr>
        <p:spPr>
          <a:xfrm>
            <a:off x="4621875" y="4404133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🔔 Smart Alerts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Sends reminders for bills, EMIs, savings milestones, and unusual spending.</a:t>
            </a:r>
          </a:p>
        </p:txBody>
      </p:sp>
    </p:spTree>
    <p:extLst>
      <p:ext uri="{BB962C8B-B14F-4D97-AF65-F5344CB8AC3E}">
        <p14:creationId xmlns:p14="http://schemas.microsoft.com/office/powerpoint/2010/main" val="3434026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3DA7-47A2-825B-3FB0-055A4E92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SBI </a:t>
            </a:r>
            <a:r>
              <a:rPr lang="en-IN" dirty="0" err="1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Works</a:t>
            </a:r>
            <a:b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Agentic AI Workflow</a:t>
            </a:r>
            <a:endParaRPr lang="en-IN" dirty="0">
              <a:solidFill>
                <a:srgbClr val="005BA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AF4A-37E5-2AD0-0002-DEF2C2FF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44040"/>
            <a:ext cx="5514808" cy="48006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👤 Customer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📱 SBI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App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🧠 Agentic AI Engine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📊 Financial Analysis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🎯 Decision &amp; Planning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💡 Personalized Recommendations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📈 Continuous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A1203-093B-0D97-5B99-D5C628573AEB}"/>
              </a:ext>
            </a:extLst>
          </p:cNvPr>
          <p:cNvSpPr txBox="1"/>
          <p:nvPr/>
        </p:nvSpPr>
        <p:spPr>
          <a:xfrm>
            <a:off x="5699760" y="2094637"/>
            <a:ext cx="60655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Why Agentic AI?</a:t>
            </a:r>
          </a:p>
          <a:p>
            <a:pPr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✔ Understands customer context</a:t>
            </a:r>
          </a:p>
          <a:p>
            <a:pPr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✔ Plans financial actions</a:t>
            </a:r>
          </a:p>
          <a:p>
            <a:pPr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✔ Acts proactively</a:t>
            </a:r>
          </a:p>
          <a:p>
            <a:pPr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✔ Learns continuously</a:t>
            </a:r>
          </a:p>
          <a:p>
            <a:pPr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b="1" dirty="0"/>
              <a:t>Unlike traditional banking chatbots, SBI </a:t>
            </a:r>
            <a:r>
              <a:rPr lang="en-IN" b="1" dirty="0" err="1"/>
              <a:t>FinPilot</a:t>
            </a:r>
            <a:r>
              <a:rPr lang="en-IN" b="1" dirty="0"/>
              <a:t> continuously plans, adapts, and provides proactive financial guidance based on each customer's goals and </a:t>
            </a:r>
            <a:r>
              <a:rPr lang="en-IN" b="1" dirty="0" err="1"/>
              <a:t>behavior</a:t>
            </a:r>
            <a:r>
              <a:rPr lang="en-IN" b="1" dirty="0"/>
              <a:t>.</a:t>
            </a:r>
            <a:endParaRPr lang="en-IN" dirty="0"/>
          </a:p>
          <a:p>
            <a:pPr>
              <a:buNone/>
            </a:pP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DDAA-875B-2BF5-C859-32BCBFA7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06604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42116A-EC51-E214-C0D7-A4F3F75D8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9"/>
          <a:stretch>
            <a:fillRect/>
          </a:stretch>
        </p:blipFill>
        <p:spPr>
          <a:xfrm>
            <a:off x="731520" y="2164080"/>
            <a:ext cx="10683240" cy="3672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79BF5B-A6E7-9CD9-39E4-DDC0B44424BB}"/>
              </a:ext>
            </a:extLst>
          </p:cNvPr>
          <p:cNvSpPr txBox="1"/>
          <p:nvPr/>
        </p:nvSpPr>
        <p:spPr>
          <a:xfrm>
            <a:off x="581192" y="5934670"/>
            <a:ext cx="11029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	Secure, scalable, and modular architecture designed for seamless integration with SBI’s digital banking ecosystem.</a:t>
            </a: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4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91B8-215A-DF46-E7F5-C90CF7EC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8502-9E2D-ADF1-2FFA-F2EC5B874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48457"/>
            <a:ext cx="11029616" cy="58477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Technology Stack</a:t>
            </a:r>
            <a:br>
              <a:rPr lang="en-IN" b="1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b="1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Modern, Secure &amp; Scalable Technology Stack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1F36A8-3B91-A79A-5A11-1327D3115047}"/>
              </a:ext>
            </a:extLst>
          </p:cNvPr>
          <p:cNvSpPr/>
          <p:nvPr/>
        </p:nvSpPr>
        <p:spPr>
          <a:xfrm>
            <a:off x="581192" y="2081646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🖥 Frontend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Responsive and user-friendly interface.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815498-08E6-8CBA-FD34-EC85474E7CC0}"/>
              </a:ext>
            </a:extLst>
          </p:cNvPr>
          <p:cNvSpPr/>
          <p:nvPr/>
        </p:nvSpPr>
        <p:spPr>
          <a:xfrm>
            <a:off x="581192" y="4404134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🗄 Database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Stores user data and AI context.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C0BFD70-A62B-02B1-5AE1-9A1FE2D318A7}"/>
              </a:ext>
            </a:extLst>
          </p:cNvPr>
          <p:cNvSpPr/>
          <p:nvPr/>
        </p:nvSpPr>
        <p:spPr>
          <a:xfrm>
            <a:off x="8662558" y="2040602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🤖 Agentic AI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Financial planning, reasoning, and recommendations.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424090-2FE6-DF18-F0BC-C5EE4BBFEB4F}"/>
              </a:ext>
            </a:extLst>
          </p:cNvPr>
          <p:cNvSpPr/>
          <p:nvPr/>
        </p:nvSpPr>
        <p:spPr>
          <a:xfrm>
            <a:off x="4621875" y="2040602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⚙ Backend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Handles business logic and API communication.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D151115-FC07-EA9D-98F8-8533E650C0D9}"/>
              </a:ext>
            </a:extLst>
          </p:cNvPr>
          <p:cNvSpPr/>
          <p:nvPr/>
        </p:nvSpPr>
        <p:spPr>
          <a:xfrm>
            <a:off x="8662558" y="4404133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☁ Deployment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Scalable cloud deployment.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C9787CC-DBD9-9BDA-F1F9-C205F7781DFD}"/>
              </a:ext>
            </a:extLst>
          </p:cNvPr>
          <p:cNvSpPr/>
          <p:nvPr/>
        </p:nvSpPr>
        <p:spPr>
          <a:xfrm>
            <a:off x="4621875" y="4404133"/>
            <a:ext cx="2948250" cy="1856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🔒 Security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Protects customer information.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11E11-1682-9CBA-3866-0255F8CF38BE}"/>
              </a:ext>
            </a:extLst>
          </p:cNvPr>
          <p:cNvSpPr txBox="1"/>
          <p:nvPr/>
        </p:nvSpPr>
        <p:spPr>
          <a:xfrm>
            <a:off x="581192" y="6357289"/>
            <a:ext cx="10921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Built using modern AI technologies with enterprise-grade security and cloud scalability.</a:t>
            </a:r>
          </a:p>
        </p:txBody>
      </p:sp>
    </p:spTree>
    <p:extLst>
      <p:ext uri="{BB962C8B-B14F-4D97-AF65-F5344CB8AC3E}">
        <p14:creationId xmlns:p14="http://schemas.microsoft.com/office/powerpoint/2010/main" val="165230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5123-A362-74A2-564E-9F8BFEC6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Implementation Roadmap</a:t>
            </a:r>
            <a:b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From Idea to SBI Deployment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AD2CEE6-BEE4-2893-49C4-56C5814FA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9708465"/>
              </p:ext>
            </p:extLst>
          </p:nvPr>
        </p:nvGraphicFramePr>
        <p:xfrm>
          <a:off x="446809" y="2181224"/>
          <a:ext cx="11163833" cy="425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12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F59FD-1B86-6BB8-7AE6-E1F4BE43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99201"/>
            <a:ext cx="11029616" cy="52826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5BAC"/>
                </a:solidFill>
              </a:rPr>
              <a:t>Business Impact</a:t>
            </a:r>
            <a:br>
              <a:rPr lang="en-IN" dirty="0">
                <a:solidFill>
                  <a:srgbClr val="005BAC"/>
                </a:solidFill>
              </a:rPr>
            </a:br>
            <a:r>
              <a:rPr lang="en-IN" dirty="0">
                <a:solidFill>
                  <a:srgbClr val="005BAC"/>
                </a:solidFill>
              </a:rPr>
              <a:t>	</a:t>
            </a:r>
            <a:r>
              <a:rPr lang="en-US" dirty="0"/>
              <a:t>Creating Value for SBI and Its Customers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F0770-933C-73C2-0BD5-DD30440ED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96391"/>
            <a:ext cx="11160534" cy="3969325"/>
          </a:xfrm>
        </p:spPr>
        <p:txBody>
          <a:bodyPr numCol="2">
            <a:noAutofit/>
          </a:bodyPr>
          <a:lstStyle/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📈 Higher Customer Engagement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Customers interact more frequently with digital banking services.</a:t>
            </a: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💰 Increased Product Adoption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Personalized recommendations improve adoption of SBI products.</a:t>
            </a:r>
          </a:p>
          <a:p>
            <a:pPr marL="0" indent="0" algn="just">
              <a:buNone/>
            </a:pP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📊 Data-Driven Insights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Customer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insights help SBI improve future services.</a:t>
            </a:r>
          </a:p>
          <a:p>
            <a:pPr marL="0" indent="0" algn="just">
              <a:buNone/>
            </a:pP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📉 Lower Support Costs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AI automates routine financial guidance and reduces 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support workload.</a:t>
            </a: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🎯 Personalized Financial Guidance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Recommendations based on individual goals and spending.</a:t>
            </a: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⏰ Proactive Financial Alerts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Timely reminders for bills, EMIs, savings, and spending.</a:t>
            </a: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🛡 Better Financial Awareness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Spending analysis and fraud awareness improve decision-making.</a:t>
            </a: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📱 Seamless Digital Experience</a:t>
            </a:r>
          </a:p>
          <a:p>
            <a:pPr marL="0" indent="0" algn="just"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A smarter, more engaging banking experience.</a:t>
            </a: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C8E816-9B4A-945E-207F-C0264420B424}"/>
              </a:ext>
            </a:extLst>
          </p:cNvPr>
          <p:cNvSpPr txBox="1"/>
          <p:nvPr/>
        </p:nvSpPr>
        <p:spPr>
          <a:xfrm>
            <a:off x="581192" y="6136563"/>
            <a:ext cx="1071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	SBI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creates a win-win ecosystem by improving customer financial well-being while driving digital engagement, product adoption, and operational efficiency for SBI.</a:t>
            </a:r>
          </a:p>
        </p:txBody>
      </p:sp>
    </p:spTree>
    <p:extLst>
      <p:ext uri="{BB962C8B-B14F-4D97-AF65-F5344CB8AC3E}">
        <p14:creationId xmlns:p14="http://schemas.microsoft.com/office/powerpoint/2010/main" val="258894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B0CA-36C3-B16C-D114-3DCD1A6C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5BA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Competitive Advantage</a:t>
            </a:r>
            <a:b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Why SBI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Stands Out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053EAB-58D5-4762-B2E9-D880C516E0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555847"/>
              </p:ext>
            </p:extLst>
          </p:nvPr>
        </p:nvGraphicFramePr>
        <p:xfrm>
          <a:off x="581025" y="2181224"/>
          <a:ext cx="11029948" cy="4219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3359606912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590204927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180895232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546981239"/>
                    </a:ext>
                  </a:extLst>
                </a:gridCol>
              </a:tblGrid>
              <a:tr h="703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Traditional Banking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Generic AI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SBI FinPilot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78176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Personalized Advice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⚠️ 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607965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Goal-Based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⚠️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543657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Proactive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⚠️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531833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SBI Product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04408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Continuous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⚠️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21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59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E0D2-3E0D-EDB7-6B5D-0CECEFA3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5B305-B9E4-06A0-0C91-B5B278066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75609"/>
            <a:ext cx="11029615" cy="3429000"/>
          </a:xfrm>
        </p:spPr>
        <p:txBody>
          <a:bodyPr numCol="2">
            <a:normAutofit fontScale="92500" lnSpcReduction="20000"/>
          </a:bodyPr>
          <a:lstStyle/>
          <a:p>
            <a:r>
              <a:rPr lang="en-IN" b="1" dirty="0"/>
              <a:t>🌐 Multilingual Support</a:t>
            </a:r>
          </a:p>
          <a:p>
            <a:pPr marL="0" indent="0">
              <a:buNone/>
            </a:pPr>
            <a:r>
              <a:rPr lang="en-IN" dirty="0"/>
              <a:t>Serve customers in multiple Indian languages.</a:t>
            </a:r>
          </a:p>
          <a:p>
            <a:endParaRPr lang="en-IN" dirty="0"/>
          </a:p>
          <a:p>
            <a:r>
              <a:rPr lang="en-IN" b="1" dirty="0"/>
              <a:t>🎙 Voice Banking</a:t>
            </a:r>
          </a:p>
          <a:p>
            <a:pPr marL="0" indent="0">
              <a:buNone/>
            </a:pPr>
            <a:r>
              <a:rPr lang="en-IN" dirty="0"/>
              <a:t>Voice-enabled financial assistance.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r>
              <a:rPr lang="en-IN" b="1" dirty="0"/>
              <a:t>💳 Smart Credit Insights</a:t>
            </a:r>
          </a:p>
          <a:p>
            <a:pPr marL="0" indent="0">
              <a:buNone/>
            </a:pPr>
            <a:r>
              <a:rPr lang="en-IN" dirty="0"/>
              <a:t>Help users manage loans and credit responsibly.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r>
              <a:rPr lang="en-IN" b="1" dirty="0"/>
              <a:t>📈 Investment Advisor</a:t>
            </a:r>
          </a:p>
          <a:p>
            <a:pPr marL="0" indent="0">
              <a:buNone/>
            </a:pPr>
            <a:r>
              <a:rPr lang="en-IN" dirty="0"/>
              <a:t>Personalized investment suggestions based on user goals.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r>
              <a:rPr lang="en-IN" b="1" dirty="0"/>
              <a:t>👨‍👩‍👧 Family Financial Planning</a:t>
            </a:r>
          </a:p>
          <a:p>
            <a:pPr marL="0" indent="0">
              <a:buNone/>
            </a:pPr>
            <a:r>
              <a:rPr lang="en-IN" dirty="0"/>
              <a:t>Support shared financial goals and household budgeting.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r>
              <a:rPr lang="en-IN" b="1" dirty="0"/>
              <a:t>🌍 Open Banking Integration</a:t>
            </a:r>
          </a:p>
          <a:p>
            <a:pPr marL="0" indent="0">
              <a:buNone/>
            </a:pPr>
            <a:r>
              <a:rPr lang="en-IN" dirty="0"/>
              <a:t>Connect securely with other financial services where appropriate.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55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7CD4-9EEA-5129-864A-24F25096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76744"/>
            <a:ext cx="11029616" cy="537497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06EC-E7DD-7060-B0AE-A30D44094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812086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	SBI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FinPilot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transforms digital banking into an intelligent, proactive, and personalized financial experience powered by Agentic AI.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01F26-C9BF-859B-48DD-EB8DA718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1" y="5951811"/>
            <a:ext cx="11029615" cy="365125"/>
          </a:xfrm>
        </p:spPr>
        <p:txBody>
          <a:bodyPr/>
          <a:lstStyle/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938052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140</TotalTime>
  <Words>812</Words>
  <Application>Microsoft Office PowerPoint</Application>
  <PresentationFormat>Widescreen</PresentationFormat>
  <Paragraphs>195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Calibri</vt:lpstr>
      <vt:lpstr>Gill Sans MT</vt:lpstr>
      <vt:lpstr>Segoe UI</vt:lpstr>
      <vt:lpstr>Wingdings 2</vt:lpstr>
      <vt:lpstr>Dividend</vt:lpstr>
      <vt:lpstr>SBI FinPilot</vt:lpstr>
      <vt:lpstr>Problem Statement</vt:lpstr>
      <vt:lpstr>Our Solution : SBI FinPilot        </vt:lpstr>
      <vt:lpstr>KEY FEATURES</vt:lpstr>
      <vt:lpstr>How SBI FinPilot Works  Agentic AI Workflow</vt:lpstr>
      <vt:lpstr>System Architecture</vt:lpstr>
      <vt:lpstr>Technology Stack  Modern, Secure &amp; Scalable Technology Stack</vt:lpstr>
      <vt:lpstr>Implementation Roadmap  From Idea to SBI Deployment</vt:lpstr>
      <vt:lpstr>Business Impact  Creating Value for SBI and Its Customers</vt:lpstr>
      <vt:lpstr>Competitive Advantage  Why SBI FinPilot Stands Out</vt:lpstr>
      <vt:lpstr>Future Scope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Swetha</dc:creator>
  <cp:lastModifiedBy>Vishal Swetha</cp:lastModifiedBy>
  <cp:revision>6</cp:revision>
  <dcterms:created xsi:type="dcterms:W3CDTF">2026-06-23T14:04:14Z</dcterms:created>
  <dcterms:modified xsi:type="dcterms:W3CDTF">2026-06-28T08:38:22Z</dcterms:modified>
</cp:coreProperties>
</file>